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9FB69-070B-4F63-9EED-B966927A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2D2B54-D8AC-49F6-9B71-4AE85398C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92976-07BD-489A-937A-0E6B170B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8E8195-32BD-4585-AC52-E949F443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D0E16C-ADBE-4B44-A418-6BB3CFAD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21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09C60-1861-4FDC-B1A9-4D873CAC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7A941-D215-45C1-BDA8-CF7B65FB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775825-80F6-46C5-82EB-6991D9AC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01A3B8-3B4D-4E1D-8EFF-819D9F86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300F4B-0445-4AC5-A8C4-92BF0CE1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539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89141-67BE-4D2E-963E-44004684B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337811-6095-4042-A561-8083CEF2B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273E98-4D3B-4004-BDCA-310ACFE6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A6219A-2C89-4326-BAA5-2F287830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4E4ADF-1941-4A52-87D8-078EE107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15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83E68-848B-4966-AA11-AC1C555D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D283DE-059F-4070-AFDF-1F4D31B26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9A8E51-63D8-4BDF-BD33-568811503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4837AC-9DED-49CD-B3ED-71FFAD06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292087-C4B3-4693-B163-6D6B1CDC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9C7D89-FC4F-4222-BC5C-05941670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681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1DFCE-1060-4C97-9F67-8E3C34A5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8FC1FD-B800-4FA3-A9AF-779FED07E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C2BED6-F50A-4C8C-AF0B-774A551D1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2F3812-8D47-438A-AEB8-60493B940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8E9D88-6DBB-4E89-8C93-D9675D391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FB6BC8-246D-4527-A4B0-989CBC0E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C3ACC7-6199-4428-B19C-A9398A99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199992-9623-434B-A4C3-283634B5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932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CEFA4-DF9E-4099-AC27-7BE70505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F02799-1137-4FAA-A054-C85B8B2E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6D1821-448A-4A58-A63F-DF153AC8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FAB022-2569-454D-A428-A84AB31A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56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0E60AF-F871-4117-A3C4-17A67B2C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9ABDB5-ACF7-49AA-A559-609AA1AA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5A1CBA-F8F0-4DFC-8618-93F5A3EC8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97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B5D18-F3E3-4619-9C88-2199596B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C71782-5700-430A-8BFA-30F972808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CB2643-54E4-418D-A536-56556F0A2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60D744-59B1-4216-BFA5-6C3913A58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E1A538-F025-4CDF-A103-1BF69E96C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BAD6D8-7298-4AB9-9C91-B1658B20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1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C0473-5FE5-476D-B072-D95BADECB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0F0228-5DA6-43D3-B388-C5359B60D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CE8968-21A8-43D7-B481-EA86B4D12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B81278-2B6A-4F93-B35D-87EAC74B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48B847-C3DE-40D3-BB0E-B905C851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AFDFA3-8202-4774-9BAC-BBBC61FF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06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A99B7-2C97-4E9B-ABBA-BFB034C4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81983B-D1BD-40E0-BBB0-83C8E3C91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CB7BC3-3B24-434F-8406-694C86FA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4A7237-1677-49BF-B428-6463E1D8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F2EFA4-E59F-4FD9-9C4F-769C579C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41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9E68CD-1110-403C-B49D-B722A8185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D229DD-E943-4986-81C9-3CBA1358A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9A9F6D-39CD-4B97-8E74-AE911E96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2BD9D2-B9EF-48DE-9B5B-76DEE2836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EAD5D8-2B91-42B6-8E9D-55D5FE99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23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D257CB-2B14-4190-9043-3FB73F5E7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CA2A3F-CF92-4356-B1F8-E03FA9E61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D7E0E-DB00-46D8-A076-990C3CAF2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F78AA-5F80-4E4A-8702-712B96F51A12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0F9E7A-2B0E-4086-A8A2-81C0C55EC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2C6844-6886-44CE-8344-1E985A01E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5E2B2-89C8-49BD-8EAD-449A692B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41D94-E1A8-4AD9-9C17-06664454B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Fig Allocation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64A44-866C-4B80-89B9-42A51C33A1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341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55A39-3028-42C4-9B58-C12C6687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3C8C430-D1B1-485B-82B1-A3136BC70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497" y="2012470"/>
            <a:ext cx="6413005" cy="3977648"/>
          </a:xfrm>
        </p:spPr>
      </p:pic>
    </p:spTree>
    <p:extLst>
      <p:ext uri="{BB962C8B-B14F-4D97-AF65-F5344CB8AC3E}">
        <p14:creationId xmlns:p14="http://schemas.microsoft.com/office/powerpoint/2010/main" val="614943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290D3-CCA5-4FC6-9072-B3573E6C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C3C2D8D-E793-49EC-979A-0C63AFC19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052" y="1825625"/>
            <a:ext cx="7687895" cy="4351338"/>
          </a:xfrm>
        </p:spPr>
      </p:pic>
    </p:spTree>
    <p:extLst>
      <p:ext uri="{BB962C8B-B14F-4D97-AF65-F5344CB8AC3E}">
        <p14:creationId xmlns:p14="http://schemas.microsoft.com/office/powerpoint/2010/main" val="342802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32CF4-4DEA-4ED3-9DE8-9883F7E0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214A5C0-6519-4BC5-AE24-7B9BFA705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962" y="1825625"/>
            <a:ext cx="6596075" cy="4351338"/>
          </a:xfrm>
        </p:spPr>
      </p:pic>
    </p:spTree>
    <p:extLst>
      <p:ext uri="{BB962C8B-B14F-4D97-AF65-F5344CB8AC3E}">
        <p14:creationId xmlns:p14="http://schemas.microsoft.com/office/powerpoint/2010/main" val="251246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4C675-6F65-41B3-8AED-194FB309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7FAFC2A-C7A3-471F-93FC-EDF16F2FD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333" y="1825625"/>
            <a:ext cx="9053333" cy="4351338"/>
          </a:xfrm>
        </p:spPr>
      </p:pic>
    </p:spTree>
    <p:extLst>
      <p:ext uri="{BB962C8B-B14F-4D97-AF65-F5344CB8AC3E}">
        <p14:creationId xmlns:p14="http://schemas.microsoft.com/office/powerpoint/2010/main" val="32839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E425E-5823-43BC-9BDC-D6D45EBF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1857EB5-70CD-438D-8906-F69F5D894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663" y="1825625"/>
            <a:ext cx="4358673" cy="4351338"/>
          </a:xfrm>
        </p:spPr>
      </p:pic>
    </p:spTree>
    <p:extLst>
      <p:ext uri="{BB962C8B-B14F-4D97-AF65-F5344CB8AC3E}">
        <p14:creationId xmlns:p14="http://schemas.microsoft.com/office/powerpoint/2010/main" val="1692288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B2A9C-8CB3-47FB-8912-38BAC36C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A0A738F-116B-4918-A961-DA9A703A9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358" y="1825625"/>
            <a:ext cx="6559283" cy="4351338"/>
          </a:xfrm>
        </p:spPr>
      </p:pic>
    </p:spTree>
    <p:extLst>
      <p:ext uri="{BB962C8B-B14F-4D97-AF65-F5344CB8AC3E}">
        <p14:creationId xmlns:p14="http://schemas.microsoft.com/office/powerpoint/2010/main" val="48870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502B0-C588-4CC1-8001-6C398A35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460E2B7-AEAF-4F74-BBE2-DEBA17C63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663" y="1825625"/>
            <a:ext cx="4358673" cy="4351338"/>
          </a:xfrm>
        </p:spPr>
      </p:pic>
    </p:spTree>
    <p:extLst>
      <p:ext uri="{BB962C8B-B14F-4D97-AF65-F5344CB8AC3E}">
        <p14:creationId xmlns:p14="http://schemas.microsoft.com/office/powerpoint/2010/main" val="2423029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8873E-4EE9-4DF3-9CD7-B7EC00945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0825C4F-FD94-46E1-BD1B-2449B3021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092" y="1825625"/>
            <a:ext cx="6557815" cy="4351338"/>
          </a:xfrm>
        </p:spPr>
      </p:pic>
    </p:spTree>
    <p:extLst>
      <p:ext uri="{BB962C8B-B14F-4D97-AF65-F5344CB8AC3E}">
        <p14:creationId xmlns:p14="http://schemas.microsoft.com/office/powerpoint/2010/main" val="297573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宽屏</PresentationFormat>
  <Paragraphs>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Fig Allocation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 Allocation</dc:title>
  <dc:creator>刘 般若</dc:creator>
  <cp:lastModifiedBy>刘 般若</cp:lastModifiedBy>
  <cp:revision>2</cp:revision>
  <dcterms:created xsi:type="dcterms:W3CDTF">2025-03-03T08:08:26Z</dcterms:created>
  <dcterms:modified xsi:type="dcterms:W3CDTF">2025-03-03T08:11:08Z</dcterms:modified>
</cp:coreProperties>
</file>
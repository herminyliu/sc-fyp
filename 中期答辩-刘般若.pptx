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8" r:id="rId2"/>
    <p:sldId id="276" r:id="rId3"/>
    <p:sldId id="282" r:id="rId4"/>
    <p:sldId id="281" r:id="rId5"/>
    <p:sldId id="277" r:id="rId6"/>
    <p:sldId id="280" r:id="rId7"/>
    <p:sldId id="273" r:id="rId8"/>
    <p:sldId id="283" r:id="rId9"/>
    <p:sldId id="274" r:id="rId10"/>
    <p:sldId id="26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53" autoAdjust="0"/>
  </p:normalViewPr>
  <p:slideViewPr>
    <p:cSldViewPr snapToGrid="0">
      <p:cViewPr varScale="1">
        <p:scale>
          <a:sx n="80" d="100"/>
          <a:sy n="80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319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刘 般若" userId="f51c423b6dc59c1c" providerId="LiveId" clId="{304F4805-63F3-4121-BA4B-F9B3606B92BE}"/>
    <pc:docChg chg="undo redo custSel addSld delSld modSld sldOrd addMainMaster delMainMaster modMainMaster addSection delSection">
      <pc:chgData name="刘 般若" userId="f51c423b6dc59c1c" providerId="LiveId" clId="{304F4805-63F3-4121-BA4B-F9B3606B92BE}" dt="2025-01-08T15:07:56.688" v="1562" actId="1076"/>
      <pc:docMkLst>
        <pc:docMk/>
      </pc:docMkLst>
      <pc:sldChg chg="addSp delSp modSp new del mod chgLayout">
        <pc:chgData name="刘 般若" userId="f51c423b6dc59c1c" providerId="LiveId" clId="{304F4805-63F3-4121-BA4B-F9B3606B92BE}" dt="2025-01-08T14:17:26.848" v="316" actId="47"/>
        <pc:sldMkLst>
          <pc:docMk/>
          <pc:sldMk cId="3670399156" sldId="256"/>
        </pc:sldMkLst>
        <pc:spChg chg="del">
          <ac:chgData name="刘 般若" userId="f51c423b6dc59c1c" providerId="LiveId" clId="{304F4805-63F3-4121-BA4B-F9B3606B92BE}" dt="2025-01-08T14:02:27.522" v="1" actId="700"/>
          <ac:spMkLst>
            <pc:docMk/>
            <pc:sldMk cId="3670399156" sldId="256"/>
            <ac:spMk id="2" creationId="{6F86F270-6617-4F8F-AA4F-51D26F3FBB50}"/>
          </ac:spMkLst>
        </pc:spChg>
        <pc:spChg chg="del">
          <ac:chgData name="刘 般若" userId="f51c423b6dc59c1c" providerId="LiveId" clId="{304F4805-63F3-4121-BA4B-F9B3606B92BE}" dt="2025-01-08T14:02:27.522" v="1" actId="700"/>
          <ac:spMkLst>
            <pc:docMk/>
            <pc:sldMk cId="3670399156" sldId="256"/>
            <ac:spMk id="3" creationId="{6F769D8C-7D4D-4A06-B64F-5A4022AC0B78}"/>
          </ac:spMkLst>
        </pc:spChg>
        <pc:spChg chg="add del mod ord">
          <ac:chgData name="刘 般若" userId="f51c423b6dc59c1c" providerId="LiveId" clId="{304F4805-63F3-4121-BA4B-F9B3606B92BE}" dt="2025-01-08T14:02:34.168" v="2" actId="700"/>
          <ac:spMkLst>
            <pc:docMk/>
            <pc:sldMk cId="3670399156" sldId="256"/>
            <ac:spMk id="4" creationId="{FDD5F43F-C95C-4825-8084-ED171F8AB35D}"/>
          </ac:spMkLst>
        </pc:spChg>
        <pc:spChg chg="add del mod ord">
          <ac:chgData name="刘 般若" userId="f51c423b6dc59c1c" providerId="LiveId" clId="{304F4805-63F3-4121-BA4B-F9B3606B92BE}" dt="2025-01-08T14:02:34.168" v="2" actId="700"/>
          <ac:spMkLst>
            <pc:docMk/>
            <pc:sldMk cId="3670399156" sldId="256"/>
            <ac:spMk id="5" creationId="{3B6EEE2C-AA28-4D52-8986-732DFF4A6ED1}"/>
          </ac:spMkLst>
        </pc:spChg>
        <pc:spChg chg="add mod ord">
          <ac:chgData name="刘 般若" userId="f51c423b6dc59c1c" providerId="LiveId" clId="{304F4805-63F3-4121-BA4B-F9B3606B92BE}" dt="2025-01-08T14:02:34.168" v="2" actId="700"/>
          <ac:spMkLst>
            <pc:docMk/>
            <pc:sldMk cId="3670399156" sldId="256"/>
            <ac:spMk id="6" creationId="{270DBDB8-CBB1-4F0F-9B30-5CEF87346DF6}"/>
          </ac:spMkLst>
        </pc:spChg>
        <pc:spChg chg="add mod ord">
          <ac:chgData name="刘 般若" userId="f51c423b6dc59c1c" providerId="LiveId" clId="{304F4805-63F3-4121-BA4B-F9B3606B92BE}" dt="2025-01-08T14:02:34.168" v="2" actId="700"/>
          <ac:spMkLst>
            <pc:docMk/>
            <pc:sldMk cId="3670399156" sldId="256"/>
            <ac:spMk id="7" creationId="{DDB29D15-476C-450F-B4A6-957707FC0676}"/>
          </ac:spMkLst>
        </pc:spChg>
      </pc:sldChg>
      <pc:sldChg chg="new del">
        <pc:chgData name="刘 般若" userId="f51c423b6dc59c1c" providerId="LiveId" clId="{304F4805-63F3-4121-BA4B-F9B3606B92BE}" dt="2025-01-08T14:12:32.531" v="241" actId="680"/>
        <pc:sldMkLst>
          <pc:docMk/>
          <pc:sldMk cId="1427799949" sldId="257"/>
        </pc:sldMkLst>
      </pc:sldChg>
      <pc:sldChg chg="addSp delSp modSp new del mod modClrScheme chgLayout">
        <pc:chgData name="刘 般若" userId="f51c423b6dc59c1c" providerId="LiveId" clId="{304F4805-63F3-4121-BA4B-F9B3606B92BE}" dt="2025-01-08T14:39:42.580" v="801" actId="47"/>
        <pc:sldMkLst>
          <pc:docMk/>
          <pc:sldMk cId="2927327872" sldId="257"/>
        </pc:sldMkLst>
        <pc:spChg chg="del mod ord">
          <ac:chgData name="刘 般若" userId="f51c423b6dc59c1c" providerId="LiveId" clId="{304F4805-63F3-4121-BA4B-F9B3606B92BE}" dt="2025-01-08T14:17:37.466" v="317" actId="700"/>
          <ac:spMkLst>
            <pc:docMk/>
            <pc:sldMk cId="2927327872" sldId="257"/>
            <ac:spMk id="2" creationId="{F97A11C4-9106-4A33-8CAE-4BBB3128927C}"/>
          </ac:spMkLst>
        </pc:spChg>
        <pc:spChg chg="add mod ord">
          <ac:chgData name="刘 般若" userId="f51c423b6dc59c1c" providerId="LiveId" clId="{304F4805-63F3-4121-BA4B-F9B3606B92BE}" dt="2025-01-08T14:22:18.087" v="554" actId="20577"/>
          <ac:spMkLst>
            <pc:docMk/>
            <pc:sldMk cId="2927327872" sldId="257"/>
            <ac:spMk id="3" creationId="{C79B8947-9BAA-4C9F-9665-DE294FED4598}"/>
          </ac:spMkLst>
        </pc:spChg>
        <pc:spChg chg="add mod ord">
          <ac:chgData name="刘 般若" userId="f51c423b6dc59c1c" providerId="LiveId" clId="{304F4805-63F3-4121-BA4B-F9B3606B92BE}" dt="2025-01-08T14:17:37.466" v="317" actId="700"/>
          <ac:spMkLst>
            <pc:docMk/>
            <pc:sldMk cId="2927327872" sldId="257"/>
            <ac:spMk id="4" creationId="{E3446358-9CB3-4C35-981C-B5F31CCD171A}"/>
          </ac:spMkLst>
        </pc:spChg>
      </pc:sldChg>
      <pc:sldChg chg="addSp modSp new mod ord">
        <pc:chgData name="刘 般若" userId="f51c423b6dc59c1c" providerId="LiveId" clId="{304F4805-63F3-4121-BA4B-F9B3606B92BE}" dt="2025-01-08T14:56:32.807" v="1272" actId="20577"/>
        <pc:sldMkLst>
          <pc:docMk/>
          <pc:sldMk cId="33188356" sldId="258"/>
        </pc:sldMkLst>
        <pc:spChg chg="mod">
          <ac:chgData name="刘 般若" userId="f51c423b6dc59c1c" providerId="LiveId" clId="{304F4805-63F3-4121-BA4B-F9B3606B92BE}" dt="2025-01-08T14:21:12.173" v="496" actId="20577"/>
          <ac:spMkLst>
            <pc:docMk/>
            <pc:sldMk cId="33188356" sldId="258"/>
            <ac:spMk id="2" creationId="{CD5BE4A9-E43D-4895-8D77-23B43952247F}"/>
          </ac:spMkLst>
        </pc:spChg>
        <pc:spChg chg="add mod">
          <ac:chgData name="刘 般若" userId="f51c423b6dc59c1c" providerId="LiveId" clId="{304F4805-63F3-4121-BA4B-F9B3606B92BE}" dt="2025-01-08T14:56:32.807" v="1272" actId="20577"/>
          <ac:spMkLst>
            <pc:docMk/>
            <pc:sldMk cId="33188356" sldId="258"/>
            <ac:spMk id="3" creationId="{6C26AC1F-1CB2-43BF-85B5-2EBFECCCE747}"/>
          </ac:spMkLst>
        </pc:spChg>
      </pc:sldChg>
      <pc:sldChg chg="modSp new del mod">
        <pc:chgData name="刘 般若" userId="f51c423b6dc59c1c" providerId="LiveId" clId="{304F4805-63F3-4121-BA4B-F9B3606B92BE}" dt="2025-01-08T14:40:08.390" v="815" actId="47"/>
        <pc:sldMkLst>
          <pc:docMk/>
          <pc:sldMk cId="1867524555" sldId="259"/>
        </pc:sldMkLst>
        <pc:spChg chg="mod">
          <ac:chgData name="刘 般若" userId="f51c423b6dc59c1c" providerId="LiveId" clId="{304F4805-63F3-4121-BA4B-F9B3606B92BE}" dt="2025-01-08T14:22:42.244" v="609" actId="20577"/>
          <ac:spMkLst>
            <pc:docMk/>
            <pc:sldMk cId="1867524555" sldId="259"/>
            <ac:spMk id="2" creationId="{AD5FF60D-6CB9-474A-8B7C-2491FB1E3F73}"/>
          </ac:spMkLst>
        </pc:spChg>
      </pc:sldChg>
      <pc:sldChg chg="modSp new del mod">
        <pc:chgData name="刘 般若" userId="f51c423b6dc59c1c" providerId="LiveId" clId="{304F4805-63F3-4121-BA4B-F9B3606B92BE}" dt="2025-01-08T14:22:52.986" v="613" actId="47"/>
        <pc:sldMkLst>
          <pc:docMk/>
          <pc:sldMk cId="3129779425" sldId="260"/>
        </pc:sldMkLst>
        <pc:spChg chg="mod">
          <ac:chgData name="刘 般若" userId="f51c423b6dc59c1c" providerId="LiveId" clId="{304F4805-63F3-4121-BA4B-F9B3606B92BE}" dt="2025-01-08T14:22:48.036" v="611"/>
          <ac:spMkLst>
            <pc:docMk/>
            <pc:sldMk cId="3129779425" sldId="260"/>
            <ac:spMk id="2" creationId="{4D1332B1-83A8-4D3C-B32C-F6667665EC74}"/>
          </ac:spMkLst>
        </pc:spChg>
      </pc:sldChg>
      <pc:sldChg chg="modSp new mod">
        <pc:chgData name="刘 般若" userId="f51c423b6dc59c1c" providerId="LiveId" clId="{304F4805-63F3-4121-BA4B-F9B3606B92BE}" dt="2025-01-08T14:38:53.325" v="795" actId="1076"/>
        <pc:sldMkLst>
          <pc:docMk/>
          <pc:sldMk cId="591929294" sldId="261"/>
        </pc:sldMkLst>
        <pc:spChg chg="mod">
          <ac:chgData name="刘 般若" userId="f51c423b6dc59c1c" providerId="LiveId" clId="{304F4805-63F3-4121-BA4B-F9B3606B92BE}" dt="2025-01-08T14:22:57.307" v="641" actId="20577"/>
          <ac:spMkLst>
            <pc:docMk/>
            <pc:sldMk cId="591929294" sldId="261"/>
            <ac:spMk id="2" creationId="{08D86A31-4F67-4718-808D-58939E431907}"/>
          </ac:spMkLst>
        </pc:spChg>
        <pc:spChg chg="mod">
          <ac:chgData name="刘 般若" userId="f51c423b6dc59c1c" providerId="LiveId" clId="{304F4805-63F3-4121-BA4B-F9B3606B92BE}" dt="2025-01-08T14:38:53.325" v="795" actId="1076"/>
          <ac:spMkLst>
            <pc:docMk/>
            <pc:sldMk cId="591929294" sldId="261"/>
            <ac:spMk id="3" creationId="{5BB0D171-D70F-4AD1-AA86-331F68CB6F3E}"/>
          </ac:spMkLst>
        </pc:spChg>
      </pc:sldChg>
      <pc:sldChg chg="addSp modSp new mod">
        <pc:chgData name="刘 般若" userId="f51c423b6dc59c1c" providerId="LiveId" clId="{304F4805-63F3-4121-BA4B-F9B3606B92BE}" dt="2025-01-08T14:57:04.064" v="1327" actId="20577"/>
        <pc:sldMkLst>
          <pc:docMk/>
          <pc:sldMk cId="1181202137" sldId="262"/>
        </pc:sldMkLst>
        <pc:spChg chg="mod">
          <ac:chgData name="刘 般若" userId="f51c423b6dc59c1c" providerId="LiveId" clId="{304F4805-63F3-4121-BA4B-F9B3606B92BE}" dt="2025-01-08T14:56:52.474" v="1276" actId="1076"/>
          <ac:spMkLst>
            <pc:docMk/>
            <pc:sldMk cId="1181202137" sldId="262"/>
            <ac:spMk id="2" creationId="{2404553B-1A61-44DE-AD6E-4E19642FB13E}"/>
          </ac:spMkLst>
        </pc:spChg>
        <pc:spChg chg="add mod">
          <ac:chgData name="刘 般若" userId="f51c423b6dc59c1c" providerId="LiveId" clId="{304F4805-63F3-4121-BA4B-F9B3606B92BE}" dt="2025-01-08T14:57:04.064" v="1327" actId="20577"/>
          <ac:spMkLst>
            <pc:docMk/>
            <pc:sldMk cId="1181202137" sldId="262"/>
            <ac:spMk id="3" creationId="{B666CDE6-63E1-4D54-B635-C68C68803252}"/>
          </ac:spMkLst>
        </pc:spChg>
        <pc:spChg chg="add mod">
          <ac:chgData name="刘 般若" userId="f51c423b6dc59c1c" providerId="LiveId" clId="{304F4805-63F3-4121-BA4B-F9B3606B92BE}" dt="2025-01-08T14:56:52.474" v="1276" actId="1076"/>
          <ac:spMkLst>
            <pc:docMk/>
            <pc:sldMk cId="1181202137" sldId="262"/>
            <ac:spMk id="4" creationId="{B972EFC2-7A84-437C-A78E-A46031FA4155}"/>
          </ac:spMkLst>
        </pc:spChg>
        <pc:spChg chg="add mod">
          <ac:chgData name="刘 般若" userId="f51c423b6dc59c1c" providerId="LiveId" clId="{304F4805-63F3-4121-BA4B-F9B3606B92BE}" dt="2025-01-08T14:56:50.565" v="1275" actId="571"/>
          <ac:spMkLst>
            <pc:docMk/>
            <pc:sldMk cId="1181202137" sldId="262"/>
            <ac:spMk id="5" creationId="{C19A1052-8AAD-4613-8BD5-A4B9584B9A2A}"/>
          </ac:spMkLst>
        </pc:spChg>
        <pc:spChg chg="add mod">
          <ac:chgData name="刘 般若" userId="f51c423b6dc59c1c" providerId="LiveId" clId="{304F4805-63F3-4121-BA4B-F9B3606B92BE}" dt="2025-01-08T14:56:50.565" v="1275" actId="571"/>
          <ac:spMkLst>
            <pc:docMk/>
            <pc:sldMk cId="1181202137" sldId="262"/>
            <ac:spMk id="6" creationId="{ED864AFC-79B5-4334-86FE-683EF2AC28F5}"/>
          </ac:spMkLst>
        </pc:spChg>
        <pc:spChg chg="add mod">
          <ac:chgData name="刘 般若" userId="f51c423b6dc59c1c" providerId="LiveId" clId="{304F4805-63F3-4121-BA4B-F9B3606B92BE}" dt="2025-01-08T14:56:50.565" v="1275" actId="571"/>
          <ac:spMkLst>
            <pc:docMk/>
            <pc:sldMk cId="1181202137" sldId="262"/>
            <ac:spMk id="7" creationId="{480B9C7E-0B8F-48B1-9677-BF638D9260DD}"/>
          </ac:spMkLst>
        </pc:spChg>
      </pc:sldChg>
      <pc:sldChg chg="modSp add mod">
        <pc:chgData name="刘 般若" userId="f51c423b6dc59c1c" providerId="LiveId" clId="{304F4805-63F3-4121-BA4B-F9B3606B92BE}" dt="2025-01-08T15:05:41.946" v="1516" actId="5793"/>
        <pc:sldMkLst>
          <pc:docMk/>
          <pc:sldMk cId="4001161050" sldId="263"/>
        </pc:sldMkLst>
        <pc:spChg chg="mod">
          <ac:chgData name="刘 般若" userId="f51c423b6dc59c1c" providerId="LiveId" clId="{304F4805-63F3-4121-BA4B-F9B3606B92BE}" dt="2025-01-08T14:28:20.674" v="767" actId="20577"/>
          <ac:spMkLst>
            <pc:docMk/>
            <pc:sldMk cId="4001161050" sldId="263"/>
            <ac:spMk id="2" creationId="{AD5FF60D-6CB9-474A-8B7C-2491FB1E3F73}"/>
          </ac:spMkLst>
        </pc:spChg>
        <pc:spChg chg="mod">
          <ac:chgData name="刘 般若" userId="f51c423b6dc59c1c" providerId="LiveId" clId="{304F4805-63F3-4121-BA4B-F9B3606B92BE}" dt="2025-01-08T15:05:41.946" v="1516" actId="5793"/>
          <ac:spMkLst>
            <pc:docMk/>
            <pc:sldMk cId="4001161050" sldId="263"/>
            <ac:spMk id="3" creationId="{E38984E0-79EC-473B-B129-C379B35725E9}"/>
          </ac:spMkLst>
        </pc:spChg>
      </pc:sldChg>
      <pc:sldChg chg="addSp delSp modSp new mod">
        <pc:chgData name="刘 般若" userId="f51c423b6dc59c1c" providerId="LiveId" clId="{304F4805-63F3-4121-BA4B-F9B3606B92BE}" dt="2025-01-08T15:04:53.275" v="1498" actId="20577"/>
        <pc:sldMkLst>
          <pc:docMk/>
          <pc:sldMk cId="3983512557" sldId="264"/>
        </pc:sldMkLst>
        <pc:spChg chg="mod">
          <ac:chgData name="刘 般若" userId="f51c423b6dc59c1c" providerId="LiveId" clId="{304F4805-63F3-4121-BA4B-F9B3606B92BE}" dt="2025-01-08T15:04:53.275" v="1498" actId="20577"/>
          <ac:spMkLst>
            <pc:docMk/>
            <pc:sldMk cId="3983512557" sldId="264"/>
            <ac:spMk id="2" creationId="{F3342511-2CD2-469F-A919-7BDB9DC35944}"/>
          </ac:spMkLst>
        </pc:spChg>
        <pc:spChg chg="add del">
          <ac:chgData name="刘 般若" userId="f51c423b6dc59c1c" providerId="LiveId" clId="{304F4805-63F3-4121-BA4B-F9B3606B92BE}" dt="2025-01-08T15:03:54.476" v="1487" actId="478"/>
          <ac:spMkLst>
            <pc:docMk/>
            <pc:sldMk cId="3983512557" sldId="264"/>
            <ac:spMk id="3" creationId="{D5829B5D-20C4-4A52-9F4B-D8A16A666613}"/>
          </ac:spMkLst>
        </pc:spChg>
        <pc:spChg chg="add mod">
          <ac:chgData name="刘 般若" userId="f51c423b6dc59c1c" providerId="LiveId" clId="{304F4805-63F3-4121-BA4B-F9B3606B92BE}" dt="2025-01-08T15:04:51.696" v="1495" actId="1076"/>
          <ac:spMkLst>
            <pc:docMk/>
            <pc:sldMk cId="3983512557" sldId="264"/>
            <ac:spMk id="7" creationId="{D1474194-178D-48A3-A8F9-74DBAF18656A}"/>
          </ac:spMkLst>
        </pc:spChg>
        <pc:spChg chg="add mod">
          <ac:chgData name="刘 般若" userId="f51c423b6dc59c1c" providerId="LiveId" clId="{304F4805-63F3-4121-BA4B-F9B3606B92BE}" dt="2025-01-08T15:04:51.696" v="1495" actId="1076"/>
          <ac:spMkLst>
            <pc:docMk/>
            <pc:sldMk cId="3983512557" sldId="264"/>
            <ac:spMk id="8" creationId="{E7FAC4F5-1CA3-410C-96D1-D027D956ACD1}"/>
          </ac:spMkLst>
        </pc:spChg>
        <pc:spChg chg="add mod">
          <ac:chgData name="刘 般若" userId="f51c423b6dc59c1c" providerId="LiveId" clId="{304F4805-63F3-4121-BA4B-F9B3606B92BE}" dt="2025-01-08T15:04:51.696" v="1495" actId="1076"/>
          <ac:spMkLst>
            <pc:docMk/>
            <pc:sldMk cId="3983512557" sldId="264"/>
            <ac:spMk id="9" creationId="{0D9E5E3B-726B-41FD-A2A0-78C4063E08E6}"/>
          </ac:spMkLst>
        </pc:spChg>
        <pc:spChg chg="add mod">
          <ac:chgData name="刘 般若" userId="f51c423b6dc59c1c" providerId="LiveId" clId="{304F4805-63F3-4121-BA4B-F9B3606B92BE}" dt="2025-01-08T15:04:51.696" v="1495" actId="1076"/>
          <ac:spMkLst>
            <pc:docMk/>
            <pc:sldMk cId="3983512557" sldId="264"/>
            <ac:spMk id="10" creationId="{E2101B59-4D0B-4A26-BC21-6A4B971E077D}"/>
          </ac:spMkLst>
        </pc:spChg>
        <pc:spChg chg="add mod">
          <ac:chgData name="刘 般若" userId="f51c423b6dc59c1c" providerId="LiveId" clId="{304F4805-63F3-4121-BA4B-F9B3606B92BE}" dt="2025-01-08T15:04:51.696" v="1495" actId="1076"/>
          <ac:spMkLst>
            <pc:docMk/>
            <pc:sldMk cId="3983512557" sldId="264"/>
            <ac:spMk id="11" creationId="{2C310CFD-1D0D-433F-A4FE-8E1D52C05503}"/>
          </ac:spMkLst>
        </pc:spChg>
        <pc:spChg chg="add mod">
          <ac:chgData name="刘 般若" userId="f51c423b6dc59c1c" providerId="LiveId" clId="{304F4805-63F3-4121-BA4B-F9B3606B92BE}" dt="2025-01-08T15:04:51.696" v="1495" actId="1076"/>
          <ac:spMkLst>
            <pc:docMk/>
            <pc:sldMk cId="3983512557" sldId="264"/>
            <ac:spMk id="12" creationId="{4FEE02CC-0DFE-4A75-B004-4F8751AE0F62}"/>
          </ac:spMkLst>
        </pc:spChg>
        <pc:picChg chg="add del mod">
          <ac:chgData name="刘 般若" userId="f51c423b6dc59c1c" providerId="LiveId" clId="{304F4805-63F3-4121-BA4B-F9B3606B92BE}" dt="2025-01-08T14:40:03.695" v="813" actId="478"/>
          <ac:picMkLst>
            <pc:docMk/>
            <pc:sldMk cId="3983512557" sldId="264"/>
            <ac:picMk id="6" creationId="{05B020DE-AD09-4CDB-843C-9AFAC9311C2C}"/>
          </ac:picMkLst>
        </pc:picChg>
      </pc:sldChg>
      <pc:sldChg chg="addSp delSp modSp new mod ord">
        <pc:chgData name="刘 般若" userId="f51c423b6dc59c1c" providerId="LiveId" clId="{304F4805-63F3-4121-BA4B-F9B3606B92BE}" dt="2025-01-08T15:03:00.678" v="1484"/>
        <pc:sldMkLst>
          <pc:docMk/>
          <pc:sldMk cId="367561387" sldId="265"/>
        </pc:sldMkLst>
        <pc:spChg chg="mod">
          <ac:chgData name="刘 般若" userId="f51c423b6dc59c1c" providerId="LiveId" clId="{304F4805-63F3-4121-BA4B-F9B3606B92BE}" dt="2025-01-08T14:42:03.177" v="979" actId="20577"/>
          <ac:spMkLst>
            <pc:docMk/>
            <pc:sldMk cId="367561387" sldId="265"/>
            <ac:spMk id="2" creationId="{5C95FBCB-ECAB-46F9-900D-24A57D181D63}"/>
          </ac:spMkLst>
        </pc:spChg>
        <pc:spChg chg="del">
          <ac:chgData name="刘 般若" userId="f51c423b6dc59c1c" providerId="LiveId" clId="{304F4805-63F3-4121-BA4B-F9B3606B92BE}" dt="2025-01-08T14:40:22.912" v="884" actId="478"/>
          <ac:spMkLst>
            <pc:docMk/>
            <pc:sldMk cId="367561387" sldId="265"/>
            <ac:spMk id="3" creationId="{21766C8F-D225-49D7-B453-832B5EEF97B8}"/>
          </ac:spMkLst>
        </pc:spChg>
        <pc:spChg chg="mod">
          <ac:chgData name="刘 般若" userId="f51c423b6dc59c1c" providerId="LiveId" clId="{304F4805-63F3-4121-BA4B-F9B3606B92BE}" dt="2025-01-08T14:41:37.435" v="893" actId="1076"/>
          <ac:spMkLst>
            <pc:docMk/>
            <pc:sldMk cId="367561387" sldId="265"/>
            <ac:spMk id="4" creationId="{0819C884-67C9-47BF-8979-315ABD26EE88}"/>
          </ac:spMkLst>
        </pc:spChg>
        <pc:picChg chg="add mod">
          <ac:chgData name="刘 般若" userId="f51c423b6dc59c1c" providerId="LiveId" clId="{304F4805-63F3-4121-BA4B-F9B3606B92BE}" dt="2025-01-08T14:40:34.409" v="890" actId="1076"/>
          <ac:picMkLst>
            <pc:docMk/>
            <pc:sldMk cId="367561387" sldId="265"/>
            <ac:picMk id="6" creationId="{AC47A6B1-CCDD-4FA6-9583-1ED47A487195}"/>
          </ac:picMkLst>
        </pc:picChg>
      </pc:sldChg>
      <pc:sldChg chg="addSp delSp modSp new mod">
        <pc:chgData name="刘 般若" userId="f51c423b6dc59c1c" providerId="LiveId" clId="{304F4805-63F3-4121-BA4B-F9B3606B92BE}" dt="2025-01-08T14:51:13.644" v="1221" actId="14100"/>
        <pc:sldMkLst>
          <pc:docMk/>
          <pc:sldMk cId="1344146454" sldId="266"/>
        </pc:sldMkLst>
        <pc:spChg chg="mod">
          <ac:chgData name="刘 般若" userId="f51c423b6dc59c1c" providerId="LiveId" clId="{304F4805-63F3-4121-BA4B-F9B3606B92BE}" dt="2025-01-08T14:43:47.125" v="998" actId="20577"/>
          <ac:spMkLst>
            <pc:docMk/>
            <pc:sldMk cId="1344146454" sldId="266"/>
            <ac:spMk id="2" creationId="{1AE3FDEF-C844-4CBD-808B-02C65830B22A}"/>
          </ac:spMkLst>
        </pc:spChg>
        <pc:spChg chg="del">
          <ac:chgData name="刘 般若" userId="f51c423b6dc59c1c" providerId="LiveId" clId="{304F4805-63F3-4121-BA4B-F9B3606B92BE}" dt="2025-01-08T14:43:33.986" v="989" actId="478"/>
          <ac:spMkLst>
            <pc:docMk/>
            <pc:sldMk cId="1344146454" sldId="266"/>
            <ac:spMk id="3" creationId="{DF7D2618-0358-4B36-A2E2-19283A530C0B}"/>
          </ac:spMkLst>
        </pc:spChg>
        <pc:spChg chg="del">
          <ac:chgData name="刘 般若" userId="f51c423b6dc59c1c" providerId="LiveId" clId="{304F4805-63F3-4121-BA4B-F9B3606B92BE}" dt="2025-01-08T14:46:44.687" v="1088" actId="478"/>
          <ac:spMkLst>
            <pc:docMk/>
            <pc:sldMk cId="1344146454" sldId="266"/>
            <ac:spMk id="4" creationId="{5D61F818-0BC8-4533-96A3-65A13B12A8A6}"/>
          </ac:spMkLst>
        </pc:spChg>
        <pc:spChg chg="add mod">
          <ac:chgData name="刘 般若" userId="f51c423b6dc59c1c" providerId="LiveId" clId="{304F4805-63F3-4121-BA4B-F9B3606B92BE}" dt="2025-01-08T14:50:49.211" v="1191" actId="1076"/>
          <ac:spMkLst>
            <pc:docMk/>
            <pc:sldMk cId="1344146454" sldId="266"/>
            <ac:spMk id="5" creationId="{C6A1C8A1-8CF3-4E2F-8891-AB6BB5DA6444}"/>
          </ac:spMkLst>
        </pc:spChg>
        <pc:spChg chg="add mod">
          <ac:chgData name="刘 般若" userId="f51c423b6dc59c1c" providerId="LiveId" clId="{304F4805-63F3-4121-BA4B-F9B3606B92BE}" dt="2025-01-08T14:50:49.211" v="1191" actId="1076"/>
          <ac:spMkLst>
            <pc:docMk/>
            <pc:sldMk cId="1344146454" sldId="266"/>
            <ac:spMk id="6" creationId="{CB7691B7-0D3D-488F-9433-318E67DBFF82}"/>
          </ac:spMkLst>
        </pc:spChg>
        <pc:spChg chg="add mod">
          <ac:chgData name="刘 般若" userId="f51c423b6dc59c1c" providerId="LiveId" clId="{304F4805-63F3-4121-BA4B-F9B3606B92BE}" dt="2025-01-08T14:48:07.239" v="1130" actId="207"/>
          <ac:spMkLst>
            <pc:docMk/>
            <pc:sldMk cId="1344146454" sldId="266"/>
            <ac:spMk id="7" creationId="{7008E90C-7486-4361-A29F-645B226F0FA3}"/>
          </ac:spMkLst>
        </pc:spChg>
        <pc:spChg chg="add mod">
          <ac:chgData name="刘 般若" userId="f51c423b6dc59c1c" providerId="LiveId" clId="{304F4805-63F3-4121-BA4B-F9B3606B92BE}" dt="2025-01-08T14:50:53.265" v="1192" actId="1076"/>
          <ac:spMkLst>
            <pc:docMk/>
            <pc:sldMk cId="1344146454" sldId="266"/>
            <ac:spMk id="8" creationId="{6D9B0F36-7EB1-49B6-B78D-65B98B28B7BD}"/>
          </ac:spMkLst>
        </pc:spChg>
        <pc:spChg chg="add mod">
          <ac:chgData name="刘 般若" userId="f51c423b6dc59c1c" providerId="LiveId" clId="{304F4805-63F3-4121-BA4B-F9B3606B92BE}" dt="2025-01-08T14:50:53.265" v="1192" actId="1076"/>
          <ac:spMkLst>
            <pc:docMk/>
            <pc:sldMk cId="1344146454" sldId="266"/>
            <ac:spMk id="9" creationId="{0A0CCE1A-4EC3-4741-B5EC-A3975CDD84BD}"/>
          </ac:spMkLst>
        </pc:spChg>
        <pc:spChg chg="add mod">
          <ac:chgData name="刘 般若" userId="f51c423b6dc59c1c" providerId="LiveId" clId="{304F4805-63F3-4121-BA4B-F9B3606B92BE}" dt="2025-01-08T14:50:04.194" v="1154" actId="14100"/>
          <ac:spMkLst>
            <pc:docMk/>
            <pc:sldMk cId="1344146454" sldId="266"/>
            <ac:spMk id="10" creationId="{EB2D4C70-12EB-4A33-B35C-67151888EC31}"/>
          </ac:spMkLst>
        </pc:spChg>
        <pc:spChg chg="add mod">
          <ac:chgData name="刘 般若" userId="f51c423b6dc59c1c" providerId="LiveId" clId="{304F4805-63F3-4121-BA4B-F9B3606B92BE}" dt="2025-01-08T14:50:49.211" v="1191" actId="1076"/>
          <ac:spMkLst>
            <pc:docMk/>
            <pc:sldMk cId="1344146454" sldId="266"/>
            <ac:spMk id="11" creationId="{25A82FA5-EB40-4521-A9FA-3C5105076C91}"/>
          </ac:spMkLst>
        </pc:spChg>
        <pc:spChg chg="add mod">
          <ac:chgData name="刘 般若" userId="f51c423b6dc59c1c" providerId="LiveId" clId="{304F4805-63F3-4121-BA4B-F9B3606B92BE}" dt="2025-01-08T14:50:56.516" v="1194" actId="20577"/>
          <ac:spMkLst>
            <pc:docMk/>
            <pc:sldMk cId="1344146454" sldId="266"/>
            <ac:spMk id="12" creationId="{351589C9-2CFE-4060-80E1-5024B09B2025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17" creationId="{1C690C25-C585-4873-AD73-01FD26C51A6B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18" creationId="{8ACBD0E4-4CB1-4B3D-915B-9966A64D9636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19" creationId="{0D61EC6C-A7D3-4F60-9EFC-874D41A2A8F6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20" creationId="{4D6EF6FE-5741-493E-98AC-754F1B9B04D9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21" creationId="{03A3DDA9-BB0D-49AF-9170-A6270A236661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22" creationId="{D5A1F005-EC4F-4C9A-B448-F1197FEFEAD1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23" creationId="{35D0478C-A1E3-43D3-A8EA-7FAE792DFEA3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24" creationId="{6C9929F9-0FFB-49AA-BE19-B82239F99ABB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25" creationId="{3C0B51AF-A6FF-457E-A836-08E933EC30FC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26" creationId="{1C705964-8111-4DFC-8C58-9BAFF3DD81A4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27" creationId="{F02727FC-969A-4FB9-80C1-E80758ECB07B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28" creationId="{05C00EA3-8996-4759-97CA-5B6F94556652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29" creationId="{8517CCF2-49BD-4176-9BBB-9CEEC1B5C8B4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30" creationId="{3F286A80-04BE-44C3-96C5-BA3E123AF0EA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31" creationId="{C793AD10-C151-483F-A000-3E1ECA955E99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32" creationId="{F3BB36CB-E787-4C3A-BB4D-142235300A0C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33" creationId="{57DEF7A6-98FE-43CC-9A9A-73F97245BD55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34" creationId="{FF5E681D-2238-4C1F-ABC7-5C3923974968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35" creationId="{ECF26AA1-0D9C-4858-9DC2-2945ABB67331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36" creationId="{8DBDC8C5-8C3D-4FAD-8A4C-3B7ED9A41CD3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37" creationId="{510E78AD-8CB4-43E4-8651-60648A659509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38" creationId="{7A7D5603-FA69-4123-89AA-1B4C57625449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39" creationId="{ED1DE2B4-7484-4C04-87F5-EA172CA58230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40" creationId="{3566E11E-903A-4E40-A714-21F54B473400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41" creationId="{00146415-2460-467A-8806-E0D274FBDAB2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42" creationId="{0BD4443E-2A88-451E-A6B9-F03E65B3CF68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43" creationId="{3D0738AF-9E99-4969-BB21-E1FF4C33041B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44" creationId="{CC1659C3-EEB9-4C69-8525-4ECF258A0617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45" creationId="{6F1ACA7B-50FC-4E5A-A867-E742E2BB7AA0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46" creationId="{DF5B1683-904F-46D9-91AF-CEDE700F1B77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47" creationId="{98D7DE82-BFC5-4DDE-B970-B9A494B227F0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48" creationId="{459FBAA3-D2EC-4D41-A812-10C305DB97AC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49" creationId="{B023DAB1-85FD-44DC-BDBC-D1097CAB14CA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50" creationId="{2C5CABDF-B51B-44E1-80C0-6314EF2F4982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51" creationId="{342EB565-037D-4C68-9FB0-2F0867CF68A4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52" creationId="{D57F2353-F055-419A-96AD-02BD86D52E2A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53" creationId="{EA7D867E-2A99-4B9B-AFD0-57D42F0F555F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54" creationId="{C041DF5D-2C53-4F5E-93DE-5A6001DB653B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55" creationId="{012E3D63-2316-477B-9E8F-C12B71354EC7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56" creationId="{EC83B721-6731-4353-9B86-1C2042722A7C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57" creationId="{0FF06C23-940E-4BB2-9372-A29DBEEE8D0B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58" creationId="{83D7CCE5-A7CF-42DB-8F78-CDA2334D2BC6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59" creationId="{D436A8F0-41BF-4876-8D68-4D28AEE567E4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60" creationId="{793B5588-7484-40E1-9309-F987250D782B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61" creationId="{4D100163-1646-44DF-A6E6-A32CF2F52C2E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62" creationId="{BB8667F8-260C-4AB0-AE75-548346508EFF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63" creationId="{1AE44B8A-D972-4BD2-BAE4-7CDF6C32452E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64" creationId="{D2959CB7-A85A-4A50-9F8D-B5543F4FEC28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65" creationId="{C9AC0DD9-2556-476B-920D-F4B3D2482110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66" creationId="{2815749A-16D2-4ACD-B44F-C7C2E9C3FA72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67" creationId="{EE23EFB5-EA92-412E-88A2-278952681DC1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68" creationId="{923D1C04-139B-4D1A-9CE9-7DA9C6E7981D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69" creationId="{6B945DDD-0C81-4B7D-A8B8-3B23CF57D6F3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70" creationId="{667A0E51-F4DD-4A7B-B470-EA847D897363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71" creationId="{243DE845-C407-4DE2-B63C-70F793CCAA2C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72" creationId="{6952AE59-9D7A-4A3D-A74F-F15F99A7A4E9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73" creationId="{74CE2289-B1D3-4AB3-AA2D-C0B9BEFE306A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74" creationId="{DC41BF0C-FD45-4AE1-8A4D-2D1D6CAE5CDB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75" creationId="{892C84BB-87A4-4D48-84C9-37A351354285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76" creationId="{7737EBFB-2157-46F0-8D7C-9CEA5E76B465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77" creationId="{27F0EC0C-F436-485E-8894-94C7E3594B79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78" creationId="{D5147A49-523B-4BED-83C4-B4B88827E5AA}"/>
          </ac:spMkLst>
        </pc:spChg>
        <pc:spChg chg="mod">
          <ac:chgData name="刘 般若" userId="f51c423b6dc59c1c" providerId="LiveId" clId="{304F4805-63F3-4121-BA4B-F9B3606B92BE}" dt="2025-01-08T14:43:34.909" v="990"/>
          <ac:spMkLst>
            <pc:docMk/>
            <pc:sldMk cId="1344146454" sldId="266"/>
            <ac:spMk id="79" creationId="{F63553BC-B436-4377-BFD3-BF0A86133CD5}"/>
          </ac:spMkLst>
        </pc:spChg>
        <pc:spChg chg="add mod">
          <ac:chgData name="刘 般若" userId="f51c423b6dc59c1c" providerId="LiveId" clId="{304F4805-63F3-4121-BA4B-F9B3606B92BE}" dt="2025-01-08T14:49:35.475" v="1144" actId="1076"/>
          <ac:spMkLst>
            <pc:docMk/>
            <pc:sldMk cId="1344146454" sldId="266"/>
            <ac:spMk id="80" creationId="{E7FD9BAF-6DEC-49AC-83E9-C269C3FB613C}"/>
          </ac:spMkLst>
        </pc:spChg>
        <pc:spChg chg="add mod">
          <ac:chgData name="刘 般若" userId="f51c423b6dc59c1c" providerId="LiveId" clId="{304F4805-63F3-4121-BA4B-F9B3606B92BE}" dt="2025-01-08T14:49:29.979" v="1142" actId="1076"/>
          <ac:spMkLst>
            <pc:docMk/>
            <pc:sldMk cId="1344146454" sldId="266"/>
            <ac:spMk id="81" creationId="{7105CA40-777A-4968-ABBE-55FC02817C82}"/>
          </ac:spMkLst>
        </pc:spChg>
        <pc:spChg chg="add del mod">
          <ac:chgData name="刘 般若" userId="f51c423b6dc59c1c" providerId="LiveId" clId="{304F4805-63F3-4121-BA4B-F9B3606B92BE}" dt="2025-01-08T14:43:41.100" v="992" actId="478"/>
          <ac:spMkLst>
            <pc:docMk/>
            <pc:sldMk cId="1344146454" sldId="266"/>
            <ac:spMk id="83" creationId="{3A363455-4871-48D2-8799-CC49AF21A8AE}"/>
          </ac:spMkLst>
        </pc:spChg>
        <pc:spChg chg="add del mod">
          <ac:chgData name="刘 般若" userId="f51c423b6dc59c1c" providerId="LiveId" clId="{304F4805-63F3-4121-BA4B-F9B3606B92BE}" dt="2025-01-08T14:43:43.135" v="993" actId="478"/>
          <ac:spMkLst>
            <pc:docMk/>
            <pc:sldMk cId="1344146454" sldId="266"/>
            <ac:spMk id="84" creationId="{FEAB3991-11C6-451F-9F99-3CC733CAF211}"/>
          </ac:spMkLst>
        </pc:spChg>
        <pc:spChg chg="add mod">
          <ac:chgData name="刘 般若" userId="f51c423b6dc59c1c" providerId="LiveId" clId="{304F4805-63F3-4121-BA4B-F9B3606B92BE}" dt="2025-01-08T14:50:49.211" v="1191" actId="1076"/>
          <ac:spMkLst>
            <pc:docMk/>
            <pc:sldMk cId="1344146454" sldId="266"/>
            <ac:spMk id="87" creationId="{4B2630FD-7293-47A5-BDB5-EDD3111ACF18}"/>
          </ac:spMkLst>
        </pc:spChg>
        <pc:spChg chg="add mod">
          <ac:chgData name="刘 般若" userId="f51c423b6dc59c1c" providerId="LiveId" clId="{304F4805-63F3-4121-BA4B-F9B3606B92BE}" dt="2025-01-08T14:51:06.608" v="1219" actId="14100"/>
          <ac:spMkLst>
            <pc:docMk/>
            <pc:sldMk cId="1344146454" sldId="266"/>
            <ac:spMk id="88" creationId="{8903B697-C7B0-45AB-B775-89F43449E9C0}"/>
          </ac:spMkLst>
        </pc:spChg>
        <pc:grpChg chg="add mod">
          <ac:chgData name="刘 般若" userId="f51c423b6dc59c1c" providerId="LiveId" clId="{304F4805-63F3-4121-BA4B-F9B3606B92BE}" dt="2025-01-08T14:43:34.909" v="990"/>
          <ac:grpSpMkLst>
            <pc:docMk/>
            <pc:sldMk cId="1344146454" sldId="266"/>
            <ac:grpSpMk id="13" creationId="{5E110061-9EDC-48A8-BB95-1B1EFAD9F29C}"/>
          </ac:grpSpMkLst>
        </pc:grpChg>
        <pc:grpChg chg="mod">
          <ac:chgData name="刘 般若" userId="f51c423b6dc59c1c" providerId="LiveId" clId="{304F4805-63F3-4121-BA4B-F9B3606B92BE}" dt="2025-01-08T14:43:34.909" v="990"/>
          <ac:grpSpMkLst>
            <pc:docMk/>
            <pc:sldMk cId="1344146454" sldId="266"/>
            <ac:grpSpMk id="14" creationId="{21012E8E-4323-4276-8908-07D60A3407C7}"/>
          </ac:grpSpMkLst>
        </pc:grpChg>
        <pc:grpChg chg="mod">
          <ac:chgData name="刘 般若" userId="f51c423b6dc59c1c" providerId="LiveId" clId="{304F4805-63F3-4121-BA4B-F9B3606B92BE}" dt="2025-01-08T14:43:34.909" v="990"/>
          <ac:grpSpMkLst>
            <pc:docMk/>
            <pc:sldMk cId="1344146454" sldId="266"/>
            <ac:grpSpMk id="15" creationId="{BBEDC8D8-6B94-4A4F-B546-03FFE8D7D42C}"/>
          </ac:grpSpMkLst>
        </pc:grpChg>
        <pc:grpChg chg="mod">
          <ac:chgData name="刘 般若" userId="f51c423b6dc59c1c" providerId="LiveId" clId="{304F4805-63F3-4121-BA4B-F9B3606B92BE}" dt="2025-01-08T14:43:34.909" v="990"/>
          <ac:grpSpMkLst>
            <pc:docMk/>
            <pc:sldMk cId="1344146454" sldId="266"/>
            <ac:grpSpMk id="16" creationId="{F427765E-3BA5-4316-B0E9-512DC729BC17}"/>
          </ac:grpSpMkLst>
        </pc:grpChg>
        <pc:picChg chg="add del mod">
          <ac:chgData name="刘 般若" userId="f51c423b6dc59c1c" providerId="LiveId" clId="{304F4805-63F3-4121-BA4B-F9B3606B92BE}" dt="2025-01-08T14:46:06.625" v="1073" actId="478"/>
          <ac:picMkLst>
            <pc:docMk/>
            <pc:sldMk cId="1344146454" sldId="266"/>
            <ac:picMk id="82" creationId="{99F17078-2059-4B81-8E21-738E199DE748}"/>
          </ac:picMkLst>
        </pc:picChg>
        <pc:picChg chg="add del mod">
          <ac:chgData name="刘 般若" userId="f51c423b6dc59c1c" providerId="LiveId" clId="{304F4805-63F3-4121-BA4B-F9B3606B92BE}" dt="2025-01-08T14:46:37.348" v="1087" actId="478"/>
          <ac:picMkLst>
            <pc:docMk/>
            <pc:sldMk cId="1344146454" sldId="266"/>
            <ac:picMk id="2050" creationId="{2007F7CD-63E2-46F3-98C9-845B11CC5FD8}"/>
          </ac:picMkLst>
        </pc:picChg>
        <pc:picChg chg="add mod">
          <ac:chgData name="刘 般若" userId="f51c423b6dc59c1c" providerId="LiveId" clId="{304F4805-63F3-4121-BA4B-F9B3606B92BE}" dt="2025-01-08T14:51:13.644" v="1221" actId="14100"/>
          <ac:picMkLst>
            <pc:docMk/>
            <pc:sldMk cId="1344146454" sldId="266"/>
            <ac:picMk id="2052" creationId="{E9EFBC52-0614-4335-BD37-BBABEAA7A28F}"/>
          </ac:picMkLst>
        </pc:picChg>
      </pc:sldChg>
      <pc:sldChg chg="addSp delSp modSp new del mod">
        <pc:chgData name="刘 般若" userId="f51c423b6dc59c1c" providerId="LiveId" clId="{304F4805-63F3-4121-BA4B-F9B3606B92BE}" dt="2025-01-08T14:43:25.764" v="987" actId="680"/>
        <pc:sldMkLst>
          <pc:docMk/>
          <pc:sldMk cId="1406011938" sldId="266"/>
        </pc:sldMkLst>
        <pc:spChg chg="add del">
          <ac:chgData name="刘 般若" userId="f51c423b6dc59c1c" providerId="LiveId" clId="{304F4805-63F3-4121-BA4B-F9B3606B92BE}" dt="2025-01-08T14:43:25.064" v="986" actId="478"/>
          <ac:spMkLst>
            <pc:docMk/>
            <pc:sldMk cId="1406011938" sldId="266"/>
            <ac:spMk id="2" creationId="{F15B58CE-C565-476B-AA98-1198C75CD00B}"/>
          </ac:spMkLst>
        </pc:spChg>
        <pc:spChg chg="add del mod">
          <ac:chgData name="刘 般若" userId="f51c423b6dc59c1c" providerId="LiveId" clId="{304F4805-63F3-4121-BA4B-F9B3606B92BE}" dt="2025-01-08T14:43:23.366" v="985"/>
          <ac:spMkLst>
            <pc:docMk/>
            <pc:sldMk cId="1406011938" sldId="266"/>
            <ac:spMk id="3" creationId="{4FCF4E5E-C3D8-4582-8905-6847928BE04B}"/>
          </ac:spMkLst>
        </pc:spChg>
        <pc:spChg chg="add del mod">
          <ac:chgData name="刘 般若" userId="f51c423b6dc59c1c" providerId="LiveId" clId="{304F4805-63F3-4121-BA4B-F9B3606B92BE}" dt="2025-01-08T14:43:23.366" v="985"/>
          <ac:spMkLst>
            <pc:docMk/>
            <pc:sldMk cId="1406011938" sldId="266"/>
            <ac:spMk id="4" creationId="{E234B8C1-4BE5-405E-B25F-C33007608BAB}"/>
          </ac:spMkLst>
        </pc:spChg>
        <pc:spChg chg="add del mod">
          <ac:chgData name="刘 般若" userId="f51c423b6dc59c1c" providerId="LiveId" clId="{304F4805-63F3-4121-BA4B-F9B3606B92BE}" dt="2025-01-08T14:43:23.366" v="985"/>
          <ac:spMkLst>
            <pc:docMk/>
            <pc:sldMk cId="1406011938" sldId="266"/>
            <ac:spMk id="5" creationId="{BEB6956F-6443-4B29-B954-E7F147A352CE}"/>
          </ac:spMkLst>
        </pc:spChg>
        <pc:spChg chg="add del mod">
          <ac:chgData name="刘 般若" userId="f51c423b6dc59c1c" providerId="LiveId" clId="{304F4805-63F3-4121-BA4B-F9B3606B92BE}" dt="2025-01-08T14:43:23.366" v="985"/>
          <ac:spMkLst>
            <pc:docMk/>
            <pc:sldMk cId="1406011938" sldId="266"/>
            <ac:spMk id="6" creationId="{F350D65F-1176-4C49-BD84-9CBFB15DF43F}"/>
          </ac:spMkLst>
        </pc:spChg>
        <pc:spChg chg="add del mod">
          <ac:chgData name="刘 般若" userId="f51c423b6dc59c1c" providerId="LiveId" clId="{304F4805-63F3-4121-BA4B-F9B3606B92BE}" dt="2025-01-08T14:43:23.366" v="985"/>
          <ac:spMkLst>
            <pc:docMk/>
            <pc:sldMk cId="1406011938" sldId="266"/>
            <ac:spMk id="7" creationId="{B7C8DD2E-3867-4329-85DC-BD33B6878FA8}"/>
          </ac:spMkLst>
        </pc:spChg>
        <pc:spChg chg="add del mod">
          <ac:chgData name="刘 般若" userId="f51c423b6dc59c1c" providerId="LiveId" clId="{304F4805-63F3-4121-BA4B-F9B3606B92BE}" dt="2025-01-08T14:43:23.366" v="985"/>
          <ac:spMkLst>
            <pc:docMk/>
            <pc:sldMk cId="1406011938" sldId="266"/>
            <ac:spMk id="8" creationId="{233DDFB1-1599-4E92-8957-3A7A22769FC8}"/>
          </ac:spMkLst>
        </pc:spChg>
        <pc:spChg chg="add del mod">
          <ac:chgData name="刘 般若" userId="f51c423b6dc59c1c" providerId="LiveId" clId="{304F4805-63F3-4121-BA4B-F9B3606B92BE}" dt="2025-01-08T14:43:23.366" v="985"/>
          <ac:spMkLst>
            <pc:docMk/>
            <pc:sldMk cId="1406011938" sldId="266"/>
            <ac:spMk id="9" creationId="{FF4ED924-6699-4F37-B2E2-7C57E7CBBB47}"/>
          </ac:spMkLst>
        </pc:spChg>
        <pc:spChg chg="add del mod">
          <ac:chgData name="刘 般若" userId="f51c423b6dc59c1c" providerId="LiveId" clId="{304F4805-63F3-4121-BA4B-F9B3606B92BE}" dt="2025-01-08T14:43:23.366" v="985"/>
          <ac:spMkLst>
            <pc:docMk/>
            <pc:sldMk cId="1406011938" sldId="266"/>
            <ac:spMk id="10" creationId="{FE37363A-5D6D-4DA5-88FD-13D207517869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15" creationId="{6640BD5C-2367-4AA7-88AC-1BA6BB8CC30C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16" creationId="{278AB94A-5EB9-4B54-82E0-D740744EC424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17" creationId="{ADA4E87D-A9CB-4219-B695-9F075D9C8D35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18" creationId="{2B167A75-C71A-4F0D-88D7-D9AEDFEFA246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19" creationId="{AB8849C7-5FAB-43A5-8A13-BEB2C20FAF10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20" creationId="{FEF9262A-135D-49B7-A4EA-3751A24C29D9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21" creationId="{36871929-FCA0-464B-8187-CEEAADB8B5D8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22" creationId="{2A36E7CE-B19E-4E00-9D43-18EC02237689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23" creationId="{696CECE4-BDA4-4D7C-967E-B4A7488B0914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24" creationId="{1583EAC0-D021-482A-ADD0-004AB1B0D956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25" creationId="{35FC03F4-092F-4CDF-873F-B0F2E2DE6E71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26" creationId="{3EDFD4E6-37FB-4FF0-B1A3-1878A898CA45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27" creationId="{A2E42BDF-0918-40D9-BCBF-81DE0F5A3C0E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28" creationId="{77D262EC-B725-452A-A761-49B93CBA9C49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29" creationId="{DD66BB2F-55BA-44DF-82BA-22D76B71EBAE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30" creationId="{C8E0D756-47CE-4673-A4DF-F570FDB678D5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31" creationId="{DC1CFC6E-7BAF-4150-BD05-DB0F36859A14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32" creationId="{43298E96-B768-47B3-81BD-9F68511F16D2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33" creationId="{F999EE87-F9BF-4866-A115-C5238E24229C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34" creationId="{8E0B02CE-F59B-4ED5-A71A-1EA12DC3217A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35" creationId="{CEC8ADDB-B1D2-4300-906A-66C95BF6CBAD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36" creationId="{A45094AD-0146-4347-AA60-31B13D6211C6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37" creationId="{4CAF15F4-F64C-4434-99E3-225D7B372DD6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38" creationId="{05C3E529-B3B3-4C25-8D97-4FE37F775408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39" creationId="{75194FA2-A014-46F0-9179-3EC7978A1975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40" creationId="{BDD6711D-4D19-4A59-BC94-143C3F9C449B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41" creationId="{07D906D7-7B92-4BBF-8C40-9050E1FEB4A8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42" creationId="{5E24A260-EF77-4D58-8C1B-E9D5E855C79E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43" creationId="{18DEEF1E-BAAB-4B9A-B869-E50F84AC930D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44" creationId="{C6605895-8B05-4D54-A351-CCB9C48EF060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45" creationId="{F132BB3D-74E0-4BCB-B60C-BEEEA7145DE5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46" creationId="{735FD618-D71E-410B-ADC2-633AC17E1DEE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47" creationId="{131F39D0-14D2-46D7-99A0-AC8EE773068E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48" creationId="{BDA02641-410B-4A76-A26E-FF1F0D1A48D5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49" creationId="{A737FAD5-CF80-4F54-B9AC-0EB1A6E1EB23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50" creationId="{5F2BA398-079E-4EF7-B8FF-E2020A576AEB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51" creationId="{53AF44C7-6AA2-49F4-84D6-8E69CBEB3E43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52" creationId="{80261DC3-C0F1-40C8-A07A-3081AA64EF33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53" creationId="{D8924717-B772-4B41-948D-DFD5AA8B8475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54" creationId="{E2FCE9AC-FFFF-44C7-B093-F3DDE57DDEC4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55" creationId="{07C1B2C3-B165-47C6-A3D4-171077334A2D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56" creationId="{035F7BF0-BE4C-48F0-865C-7C23DF5FCE3C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57" creationId="{EB11BA53-9577-4C2F-BDB3-F3481D8B736B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58" creationId="{77EB6B3C-FA7E-49D6-82AE-A756A434204B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59" creationId="{9E79A899-889A-46F2-9371-C866BB11EB27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60" creationId="{D97644A6-03A6-4EF4-9411-B6D93CF15756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61" creationId="{1FBBE0E0-18C6-4352-915C-121BC12CF0EE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62" creationId="{8FBDE582-1249-4D3D-AC46-5F12BFD3D6B1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63" creationId="{C3FD2671-D547-4274-BDFB-B75FFD02A195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64" creationId="{8A8BA0EA-1D19-4551-ADDC-9322853F0756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65" creationId="{336D5E77-55E0-4782-8EA2-A8ECC398FEAB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66" creationId="{0AF1589F-0D9A-4E7A-8161-DE3977A74975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67" creationId="{9354B9DF-153C-4369-BB48-7DE66D3B91D8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68" creationId="{1438BECB-8138-4C80-AE76-9B77532EB865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69" creationId="{A9EAF2FB-1257-4BB2-8C08-7BE8AB51AE6F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70" creationId="{01E406B2-3A5A-4EF2-BBA4-B548DE5F97F0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71" creationId="{B35871D8-DDF4-4001-AA73-D269E5A8269A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72" creationId="{CF98F1B6-33DD-45B0-B3AF-122880A6AB6E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73" creationId="{D61D66AA-F6CF-415C-8C7F-3BA17A184949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74" creationId="{67694749-8A31-485B-BD8A-C0F5C0A49E95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75" creationId="{37160BFA-FDED-477F-81B0-837959A61F50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76" creationId="{A93CD17D-4D36-4740-A02B-23B77D586A0F}"/>
          </ac:spMkLst>
        </pc:spChg>
        <pc:spChg chg="mod">
          <ac:chgData name="刘 般若" userId="f51c423b6dc59c1c" providerId="LiveId" clId="{304F4805-63F3-4121-BA4B-F9B3606B92BE}" dt="2025-01-08T14:42:47.252" v="982"/>
          <ac:spMkLst>
            <pc:docMk/>
            <pc:sldMk cId="1406011938" sldId="266"/>
            <ac:spMk id="77" creationId="{3BCF347B-758C-4ED1-BCF6-3DE2CF8A68B4}"/>
          </ac:spMkLst>
        </pc:spChg>
        <pc:spChg chg="add del mod">
          <ac:chgData name="刘 般若" userId="f51c423b6dc59c1c" providerId="LiveId" clId="{304F4805-63F3-4121-BA4B-F9B3606B92BE}" dt="2025-01-08T14:43:23.366" v="985"/>
          <ac:spMkLst>
            <pc:docMk/>
            <pc:sldMk cId="1406011938" sldId="266"/>
            <ac:spMk id="78" creationId="{1B0B7155-B664-4DD0-8EB9-5D788666B74F}"/>
          </ac:spMkLst>
        </pc:spChg>
        <pc:spChg chg="add del mod">
          <ac:chgData name="刘 般若" userId="f51c423b6dc59c1c" providerId="LiveId" clId="{304F4805-63F3-4121-BA4B-F9B3606B92BE}" dt="2025-01-08T14:43:23.366" v="985"/>
          <ac:spMkLst>
            <pc:docMk/>
            <pc:sldMk cId="1406011938" sldId="266"/>
            <ac:spMk id="79" creationId="{89E8DE07-CD50-4D2E-BA9E-87E7C1541A0B}"/>
          </ac:spMkLst>
        </pc:spChg>
        <pc:spChg chg="add del mod">
          <ac:chgData name="刘 般若" userId="f51c423b6dc59c1c" providerId="LiveId" clId="{304F4805-63F3-4121-BA4B-F9B3606B92BE}" dt="2025-01-08T14:43:23.366" v="985"/>
          <ac:spMkLst>
            <pc:docMk/>
            <pc:sldMk cId="1406011938" sldId="266"/>
            <ac:spMk id="81" creationId="{68CE10B9-25CA-450D-B2EF-B3D5B601226C}"/>
          </ac:spMkLst>
        </pc:spChg>
        <pc:spChg chg="add del mod">
          <ac:chgData name="刘 般若" userId="f51c423b6dc59c1c" providerId="LiveId" clId="{304F4805-63F3-4121-BA4B-F9B3606B92BE}" dt="2025-01-08T14:43:23.366" v="985"/>
          <ac:spMkLst>
            <pc:docMk/>
            <pc:sldMk cId="1406011938" sldId="266"/>
            <ac:spMk id="82" creationId="{C905D752-CA86-40B8-BCED-9340B05A1785}"/>
          </ac:spMkLst>
        </pc:spChg>
        <pc:grpChg chg="add del mod">
          <ac:chgData name="刘 般若" userId="f51c423b6dc59c1c" providerId="LiveId" clId="{304F4805-63F3-4121-BA4B-F9B3606B92BE}" dt="2025-01-08T14:43:23.366" v="985"/>
          <ac:grpSpMkLst>
            <pc:docMk/>
            <pc:sldMk cId="1406011938" sldId="266"/>
            <ac:grpSpMk id="11" creationId="{AA105FFF-DBF6-43BD-B712-1FE213947F40}"/>
          </ac:grpSpMkLst>
        </pc:grpChg>
        <pc:grpChg chg="mod">
          <ac:chgData name="刘 般若" userId="f51c423b6dc59c1c" providerId="LiveId" clId="{304F4805-63F3-4121-BA4B-F9B3606B92BE}" dt="2025-01-08T14:42:47.252" v="982"/>
          <ac:grpSpMkLst>
            <pc:docMk/>
            <pc:sldMk cId="1406011938" sldId="266"/>
            <ac:grpSpMk id="12" creationId="{2899CA71-5B1A-4631-8A49-099004A05E48}"/>
          </ac:grpSpMkLst>
        </pc:grpChg>
        <pc:grpChg chg="mod">
          <ac:chgData name="刘 般若" userId="f51c423b6dc59c1c" providerId="LiveId" clId="{304F4805-63F3-4121-BA4B-F9B3606B92BE}" dt="2025-01-08T14:42:47.252" v="982"/>
          <ac:grpSpMkLst>
            <pc:docMk/>
            <pc:sldMk cId="1406011938" sldId="266"/>
            <ac:grpSpMk id="13" creationId="{6E7F0EDE-366B-4F9F-A912-BE2450FCF8AD}"/>
          </ac:grpSpMkLst>
        </pc:grpChg>
        <pc:grpChg chg="mod">
          <ac:chgData name="刘 般若" userId="f51c423b6dc59c1c" providerId="LiveId" clId="{304F4805-63F3-4121-BA4B-F9B3606B92BE}" dt="2025-01-08T14:42:47.252" v="982"/>
          <ac:grpSpMkLst>
            <pc:docMk/>
            <pc:sldMk cId="1406011938" sldId="266"/>
            <ac:grpSpMk id="14" creationId="{98EF7B19-0A25-43A3-A60A-0F86C1490EEB}"/>
          </ac:grpSpMkLst>
        </pc:grpChg>
        <pc:picChg chg="add del mod">
          <ac:chgData name="刘 般若" userId="f51c423b6dc59c1c" providerId="LiveId" clId="{304F4805-63F3-4121-BA4B-F9B3606B92BE}" dt="2025-01-08T14:43:23.366" v="985"/>
          <ac:picMkLst>
            <pc:docMk/>
            <pc:sldMk cId="1406011938" sldId="266"/>
            <ac:picMk id="80" creationId="{8E751286-FD54-46D2-B28A-36C9AE459DC2}"/>
          </ac:picMkLst>
        </pc:picChg>
      </pc:sldChg>
      <pc:sldChg chg="modSp new mod">
        <pc:chgData name="刘 般若" userId="f51c423b6dc59c1c" providerId="LiveId" clId="{304F4805-63F3-4121-BA4B-F9B3606B92BE}" dt="2025-01-08T15:01:56.286" v="1382" actId="14100"/>
        <pc:sldMkLst>
          <pc:docMk/>
          <pc:sldMk cId="922412666" sldId="267"/>
        </pc:sldMkLst>
        <pc:spChg chg="mod">
          <ac:chgData name="刘 般若" userId="f51c423b6dc59c1c" providerId="LiveId" clId="{304F4805-63F3-4121-BA4B-F9B3606B92BE}" dt="2025-01-08T15:01:11.834" v="1354" actId="20577"/>
          <ac:spMkLst>
            <pc:docMk/>
            <pc:sldMk cId="922412666" sldId="267"/>
            <ac:spMk id="2" creationId="{95EDBB0A-487E-48E9-80D0-02EE333B863C}"/>
          </ac:spMkLst>
        </pc:spChg>
        <pc:spChg chg="mod">
          <ac:chgData name="刘 般若" userId="f51c423b6dc59c1c" providerId="LiveId" clId="{304F4805-63F3-4121-BA4B-F9B3606B92BE}" dt="2025-01-08T15:01:56.286" v="1382" actId="14100"/>
          <ac:spMkLst>
            <pc:docMk/>
            <pc:sldMk cId="922412666" sldId="267"/>
            <ac:spMk id="3" creationId="{FDFF8777-9956-4E18-AB34-8853D6709D88}"/>
          </ac:spMkLst>
        </pc:spChg>
      </pc:sldChg>
      <pc:sldChg chg="new del">
        <pc:chgData name="刘 般若" userId="f51c423b6dc59c1c" providerId="LiveId" clId="{304F4805-63F3-4121-BA4B-F9B3606B92BE}" dt="2025-01-08T15:02:03.271" v="1384" actId="680"/>
        <pc:sldMkLst>
          <pc:docMk/>
          <pc:sldMk cId="3267222448" sldId="268"/>
        </pc:sldMkLst>
      </pc:sldChg>
      <pc:sldChg chg="new del">
        <pc:chgData name="刘 般若" userId="f51c423b6dc59c1c" providerId="LiveId" clId="{304F4805-63F3-4121-BA4B-F9B3606B92BE}" dt="2025-01-08T15:02:09.909" v="1387" actId="47"/>
        <pc:sldMkLst>
          <pc:docMk/>
          <pc:sldMk cId="4286677603" sldId="268"/>
        </pc:sldMkLst>
      </pc:sldChg>
      <pc:sldChg chg="modSp new mod">
        <pc:chgData name="刘 般若" userId="f51c423b6dc59c1c" providerId="LiveId" clId="{304F4805-63F3-4121-BA4B-F9B3606B92BE}" dt="2025-01-08T15:03:10.977" v="1486" actId="20577"/>
        <pc:sldMkLst>
          <pc:docMk/>
          <pc:sldMk cId="4147463133" sldId="269"/>
        </pc:sldMkLst>
        <pc:spChg chg="mod">
          <ac:chgData name="刘 般若" userId="f51c423b6dc59c1c" providerId="LiveId" clId="{304F4805-63F3-4121-BA4B-F9B3606B92BE}" dt="2025-01-08T15:02:19.491" v="1414" actId="20577"/>
          <ac:spMkLst>
            <pc:docMk/>
            <pc:sldMk cId="4147463133" sldId="269"/>
            <ac:spMk id="2" creationId="{D4D4C367-FADE-4E74-B7BD-93358D2C52C2}"/>
          </ac:spMkLst>
        </pc:spChg>
        <pc:spChg chg="mod">
          <ac:chgData name="刘 般若" userId="f51c423b6dc59c1c" providerId="LiveId" clId="{304F4805-63F3-4121-BA4B-F9B3606B92BE}" dt="2025-01-08T15:03:10.977" v="1486" actId="20577"/>
          <ac:spMkLst>
            <pc:docMk/>
            <pc:sldMk cId="4147463133" sldId="269"/>
            <ac:spMk id="3" creationId="{FE0A7157-0EDC-4279-A5A4-3B580153F5C3}"/>
          </ac:spMkLst>
        </pc:spChg>
      </pc:sldChg>
      <pc:sldChg chg="modSp new mod">
        <pc:chgData name="刘 般若" userId="f51c423b6dc59c1c" providerId="LiveId" clId="{304F4805-63F3-4121-BA4B-F9B3606B92BE}" dt="2025-01-08T15:02:33.666" v="1438" actId="20577"/>
        <pc:sldMkLst>
          <pc:docMk/>
          <pc:sldMk cId="408642465" sldId="270"/>
        </pc:sldMkLst>
        <pc:spChg chg="mod">
          <ac:chgData name="刘 般若" userId="f51c423b6dc59c1c" providerId="LiveId" clId="{304F4805-63F3-4121-BA4B-F9B3606B92BE}" dt="2025-01-08T15:02:33.666" v="1438" actId="20577"/>
          <ac:spMkLst>
            <pc:docMk/>
            <pc:sldMk cId="408642465" sldId="270"/>
            <ac:spMk id="2" creationId="{62601C96-638E-404A-B2E4-51353B737432}"/>
          </ac:spMkLst>
        </pc:spChg>
      </pc:sldChg>
      <pc:sldChg chg="new del">
        <pc:chgData name="刘 般若" userId="f51c423b6dc59c1c" providerId="LiveId" clId="{304F4805-63F3-4121-BA4B-F9B3606B92BE}" dt="2025-01-08T15:02:46.387" v="1441" actId="47"/>
        <pc:sldMkLst>
          <pc:docMk/>
          <pc:sldMk cId="151338498" sldId="271"/>
        </pc:sldMkLst>
      </pc:sldChg>
      <pc:sldChg chg="modSp new mod">
        <pc:chgData name="刘 般若" userId="f51c423b6dc59c1c" providerId="LiveId" clId="{304F4805-63F3-4121-BA4B-F9B3606B92BE}" dt="2025-01-08T15:02:53.661" v="1482" actId="20577"/>
        <pc:sldMkLst>
          <pc:docMk/>
          <pc:sldMk cId="693261601" sldId="272"/>
        </pc:sldMkLst>
        <pc:spChg chg="mod">
          <ac:chgData name="刘 般若" userId="f51c423b6dc59c1c" providerId="LiveId" clId="{304F4805-63F3-4121-BA4B-F9B3606B92BE}" dt="2025-01-08T15:02:53.661" v="1482" actId="20577"/>
          <ac:spMkLst>
            <pc:docMk/>
            <pc:sldMk cId="693261601" sldId="272"/>
            <ac:spMk id="2" creationId="{2AE9127B-71BA-4CF8-813E-BFCEEF92835F}"/>
          </ac:spMkLst>
        </pc:spChg>
      </pc:sldChg>
      <pc:sldChg chg="modSp new mod">
        <pc:chgData name="刘 般若" userId="f51c423b6dc59c1c" providerId="LiveId" clId="{304F4805-63F3-4121-BA4B-F9B3606B92BE}" dt="2025-01-08T15:05:14.329" v="1514" actId="20577"/>
        <pc:sldMkLst>
          <pc:docMk/>
          <pc:sldMk cId="3548509007" sldId="273"/>
        </pc:sldMkLst>
        <pc:spChg chg="mod">
          <ac:chgData name="刘 般若" userId="f51c423b6dc59c1c" providerId="LiveId" clId="{304F4805-63F3-4121-BA4B-F9B3606B92BE}" dt="2025-01-08T15:05:14.329" v="1514" actId="20577"/>
          <ac:spMkLst>
            <pc:docMk/>
            <pc:sldMk cId="3548509007" sldId="273"/>
            <ac:spMk id="2" creationId="{64FA3CE4-1042-4DED-9890-D88543C35F45}"/>
          </ac:spMkLst>
        </pc:spChg>
      </pc:sldChg>
      <pc:sldChg chg="delSp modSp new mod">
        <pc:chgData name="刘 般若" userId="f51c423b6dc59c1c" providerId="LiveId" clId="{304F4805-63F3-4121-BA4B-F9B3606B92BE}" dt="2025-01-08T15:07:56.688" v="1562" actId="1076"/>
        <pc:sldMkLst>
          <pc:docMk/>
          <pc:sldMk cId="765141841" sldId="274"/>
        </pc:sldMkLst>
        <pc:spChg chg="mod">
          <ac:chgData name="刘 般若" userId="f51c423b6dc59c1c" providerId="LiveId" clId="{304F4805-63F3-4121-BA4B-F9B3606B92BE}" dt="2025-01-08T15:06:15.037" v="1532" actId="20577"/>
          <ac:spMkLst>
            <pc:docMk/>
            <pc:sldMk cId="765141841" sldId="274"/>
            <ac:spMk id="2" creationId="{F9AAFED3-22FE-498B-B438-B0FCFBFD519C}"/>
          </ac:spMkLst>
        </pc:spChg>
        <pc:spChg chg="mod">
          <ac:chgData name="刘 般若" userId="f51c423b6dc59c1c" providerId="LiveId" clId="{304F4805-63F3-4121-BA4B-F9B3606B92BE}" dt="2025-01-08T15:07:56.688" v="1562" actId="1076"/>
          <ac:spMkLst>
            <pc:docMk/>
            <pc:sldMk cId="765141841" sldId="274"/>
            <ac:spMk id="3" creationId="{EC8F6C01-C1DB-45AA-8F8C-7C7F9AEC9168}"/>
          </ac:spMkLst>
        </pc:spChg>
        <pc:spChg chg="del">
          <ac:chgData name="刘 般若" userId="f51c423b6dc59c1c" providerId="LiveId" clId="{304F4805-63F3-4121-BA4B-F9B3606B92BE}" dt="2025-01-08T15:07:11.775" v="1546" actId="478"/>
          <ac:spMkLst>
            <pc:docMk/>
            <pc:sldMk cId="765141841" sldId="274"/>
            <ac:spMk id="4" creationId="{86D87F17-0517-4BA9-9D68-E01F30C9DE54}"/>
          </ac:spMkLst>
        </pc:spChg>
      </pc:sldChg>
      <pc:sldMasterChg chg="addSldLayout delSldLayout modSldLayout sldLayoutOrd">
        <pc:chgData name="刘 般若" userId="f51c423b6dc59c1c" providerId="LiveId" clId="{304F4805-63F3-4121-BA4B-F9B3606B92BE}" dt="2025-01-08T14:38:41.408" v="793" actId="1076"/>
        <pc:sldMasterMkLst>
          <pc:docMk/>
          <pc:sldMasterMk cId="1741916214" sldId="2147483648"/>
        </pc:sldMasterMkLst>
        <pc:sldLayoutChg chg="addSp delSp modSp add mod ord">
          <pc:chgData name="刘 般若" userId="f51c423b6dc59c1c" providerId="LiveId" clId="{304F4805-63F3-4121-BA4B-F9B3606B92BE}" dt="2025-01-08T14:38:41.408" v="793" actId="1076"/>
          <pc:sldLayoutMkLst>
            <pc:docMk/>
            <pc:sldMasterMk cId="1741916214" sldId="2147483648"/>
            <pc:sldLayoutMk cId="3628998001" sldId="2147483649"/>
          </pc:sldLayoutMkLst>
          <pc:spChg chg="del">
            <ac:chgData name="刘 般若" userId="f51c423b6dc59c1c" providerId="LiveId" clId="{304F4805-63F3-4121-BA4B-F9B3606B92BE}" dt="2025-01-08T14:13:18.484" v="252" actId="478"/>
            <ac:spMkLst>
              <pc:docMk/>
              <pc:sldMasterMk cId="1741916214" sldId="2147483648"/>
              <pc:sldLayoutMk cId="3628998001" sldId="2147483649"/>
              <ac:spMk id="2" creationId="{B58C4CAC-F2E5-4EA3-BAC5-582EE438DE91}"/>
            </ac:spMkLst>
          </pc:spChg>
          <pc:spChg chg="del">
            <ac:chgData name="刘 般若" userId="f51c423b6dc59c1c" providerId="LiveId" clId="{304F4805-63F3-4121-BA4B-F9B3606B92BE}" dt="2025-01-08T14:13:18.484" v="252" actId="478"/>
            <ac:spMkLst>
              <pc:docMk/>
              <pc:sldMasterMk cId="1741916214" sldId="2147483648"/>
              <pc:sldLayoutMk cId="3628998001" sldId="2147483649"/>
              <ac:spMk id="3" creationId="{86C1CC0B-385B-45C9-B29E-D455EDC6F0CF}"/>
            </ac:spMkLst>
          </pc:spChg>
          <pc:spChg chg="add mod">
            <ac:chgData name="刘 般若" userId="f51c423b6dc59c1c" providerId="LiveId" clId="{304F4805-63F3-4121-BA4B-F9B3606B92BE}" dt="2025-01-08T14:14:21.964" v="258" actId="1076"/>
            <ac:spMkLst>
              <pc:docMk/>
              <pc:sldMasterMk cId="1741916214" sldId="2147483648"/>
              <pc:sldLayoutMk cId="3628998001" sldId="2147483649"/>
              <ac:spMk id="4" creationId="{39F68356-81E2-4606-BFA6-2E9C928F92EA}"/>
            </ac:spMkLst>
          </pc:spChg>
          <pc:spChg chg="add mod">
            <ac:chgData name="刘 般若" userId="f51c423b6dc59c1c" providerId="LiveId" clId="{304F4805-63F3-4121-BA4B-F9B3606B92BE}" dt="2025-01-08T14:07:00.485" v="20" actId="2085"/>
            <ac:spMkLst>
              <pc:docMk/>
              <pc:sldMasterMk cId="1741916214" sldId="2147483648"/>
              <pc:sldLayoutMk cId="3628998001" sldId="2147483649"/>
              <ac:spMk id="5" creationId="{24B267A1-B211-4F6F-9B70-BD18521D159A}"/>
            </ac:spMkLst>
          </pc:spChg>
          <pc:spChg chg="add mod">
            <ac:chgData name="刘 般若" userId="f51c423b6dc59c1c" providerId="LiveId" clId="{304F4805-63F3-4121-BA4B-F9B3606B92BE}" dt="2025-01-08T14:21:54.112" v="524" actId="20577"/>
            <ac:spMkLst>
              <pc:docMk/>
              <pc:sldMasterMk cId="1741916214" sldId="2147483648"/>
              <pc:sldLayoutMk cId="3628998001" sldId="2147483649"/>
              <ac:spMk id="6" creationId="{5736D7D6-D7F6-42EA-9BC7-8C8105FECC1C}"/>
            </ac:spMkLst>
          </pc:spChg>
          <pc:spChg chg="add mod">
            <ac:chgData name="刘 般若" userId="f51c423b6dc59c1c" providerId="LiveId" clId="{304F4805-63F3-4121-BA4B-F9B3606B92BE}" dt="2025-01-08T14:16:05.805" v="307" actId="1076"/>
            <ac:spMkLst>
              <pc:docMk/>
              <pc:sldMasterMk cId="1741916214" sldId="2147483648"/>
              <pc:sldLayoutMk cId="3628998001" sldId="2147483649"/>
              <ac:spMk id="7" creationId="{1631FC79-5FA6-4193-B63A-373C411D5C6B}"/>
            </ac:spMkLst>
          </pc:spChg>
          <pc:spChg chg="add del mod">
            <ac:chgData name="刘 般若" userId="f51c423b6dc59c1c" providerId="LiveId" clId="{304F4805-63F3-4121-BA4B-F9B3606B92BE}" dt="2025-01-08T14:08:55.270" v="127"/>
            <ac:spMkLst>
              <pc:docMk/>
              <pc:sldMasterMk cId="1741916214" sldId="2147483648"/>
              <pc:sldLayoutMk cId="3628998001" sldId="2147483649"/>
              <ac:spMk id="8" creationId="{5108B34A-3077-4F48-AE5A-321199AEFFDB}"/>
            </ac:spMkLst>
          </pc:spChg>
          <pc:spChg chg="add del mod">
            <ac:chgData name="刘 般若" userId="f51c423b6dc59c1c" providerId="LiveId" clId="{304F4805-63F3-4121-BA4B-F9B3606B92BE}" dt="2025-01-08T14:11:31.975" v="211" actId="478"/>
            <ac:spMkLst>
              <pc:docMk/>
              <pc:sldMasterMk cId="1741916214" sldId="2147483648"/>
              <pc:sldLayoutMk cId="3628998001" sldId="2147483649"/>
              <ac:spMk id="9" creationId="{8E526BFB-A484-4C51-98E3-E55FD3088746}"/>
            </ac:spMkLst>
          </pc:spChg>
          <pc:spChg chg="add del">
            <ac:chgData name="刘 般若" userId="f51c423b6dc59c1c" providerId="LiveId" clId="{304F4805-63F3-4121-BA4B-F9B3606B92BE}" dt="2025-01-08T14:11:29.694" v="210" actId="11529"/>
            <ac:spMkLst>
              <pc:docMk/>
              <pc:sldMasterMk cId="1741916214" sldId="2147483648"/>
              <pc:sldLayoutMk cId="3628998001" sldId="2147483649"/>
              <ac:spMk id="10" creationId="{425E548B-D4E5-48A7-A788-6842209408F3}"/>
            </ac:spMkLst>
          </pc:spChg>
          <pc:spChg chg="add mod">
            <ac:chgData name="刘 般若" userId="f51c423b6dc59c1c" providerId="LiveId" clId="{304F4805-63F3-4121-BA4B-F9B3606B92BE}" dt="2025-01-08T14:11:02.971" v="207"/>
            <ac:spMkLst>
              <pc:docMk/>
              <pc:sldMasterMk cId="1741916214" sldId="2147483648"/>
              <pc:sldLayoutMk cId="3628998001" sldId="2147483649"/>
              <ac:spMk id="11" creationId="{2EEABEF6-CE7F-42FA-8256-2C112EF71A2B}"/>
            </ac:spMkLst>
          </pc:spChg>
          <pc:spChg chg="add del mod">
            <ac:chgData name="刘 般若" userId="f51c423b6dc59c1c" providerId="LiveId" clId="{304F4805-63F3-4121-BA4B-F9B3606B92BE}" dt="2025-01-08T14:11:29.694" v="210" actId="11529"/>
            <ac:spMkLst>
              <pc:docMk/>
              <pc:sldMasterMk cId="1741916214" sldId="2147483648"/>
              <pc:sldLayoutMk cId="3628998001" sldId="2147483649"/>
              <ac:spMk id="12" creationId="{4F600828-CD49-444B-9043-F8CBB32FA381}"/>
            </ac:spMkLst>
          </pc:spChg>
          <pc:spChg chg="add del">
            <ac:chgData name="刘 般若" userId="f51c423b6dc59c1c" providerId="LiveId" clId="{304F4805-63F3-4121-BA4B-F9B3606B92BE}" dt="2025-01-08T14:11:39.040" v="215" actId="11529"/>
            <ac:spMkLst>
              <pc:docMk/>
              <pc:sldMasterMk cId="1741916214" sldId="2147483648"/>
              <pc:sldLayoutMk cId="3628998001" sldId="2147483649"/>
              <ac:spMk id="13" creationId="{2BA5AD4E-655A-4A79-8465-6BD3832FDD10}"/>
            </ac:spMkLst>
          </pc:spChg>
          <pc:spChg chg="add del mod">
            <ac:chgData name="刘 般若" userId="f51c423b6dc59c1c" providerId="LiveId" clId="{304F4805-63F3-4121-BA4B-F9B3606B92BE}" dt="2025-01-08T14:11:39.040" v="215" actId="11529"/>
            <ac:spMkLst>
              <pc:docMk/>
              <pc:sldMasterMk cId="1741916214" sldId="2147483648"/>
              <pc:sldLayoutMk cId="3628998001" sldId="2147483649"/>
              <ac:spMk id="14" creationId="{22E3E8AE-BA06-4242-B070-5CEE501AD6DD}"/>
            </ac:spMkLst>
          </pc:spChg>
          <pc:spChg chg="add del">
            <ac:chgData name="刘 般若" userId="f51c423b6dc59c1c" providerId="LiveId" clId="{304F4805-63F3-4121-BA4B-F9B3606B92BE}" dt="2025-01-08T14:11:44.578" v="216" actId="11529"/>
            <ac:spMkLst>
              <pc:docMk/>
              <pc:sldMasterMk cId="1741916214" sldId="2147483648"/>
              <pc:sldLayoutMk cId="3628998001" sldId="2147483649"/>
              <ac:spMk id="15" creationId="{B88092E2-8C33-4DF2-A3A3-DA6A343C0E0E}"/>
            </ac:spMkLst>
          </pc:spChg>
          <pc:spChg chg="add del mod">
            <ac:chgData name="刘 般若" userId="f51c423b6dc59c1c" providerId="LiveId" clId="{304F4805-63F3-4121-BA4B-F9B3606B92BE}" dt="2025-01-08T14:11:57.598" v="234" actId="478"/>
            <ac:spMkLst>
              <pc:docMk/>
              <pc:sldMasterMk cId="1741916214" sldId="2147483648"/>
              <pc:sldLayoutMk cId="3628998001" sldId="2147483649"/>
              <ac:spMk id="16" creationId="{2075AFC8-82FA-4951-9387-E1D67564C770}"/>
            </ac:spMkLst>
          </pc:spChg>
          <pc:spChg chg="add del">
            <ac:chgData name="刘 般若" userId="f51c423b6dc59c1c" providerId="LiveId" clId="{304F4805-63F3-4121-BA4B-F9B3606B92BE}" dt="2025-01-08T14:12:00.422" v="235" actId="11529"/>
            <ac:spMkLst>
              <pc:docMk/>
              <pc:sldMasterMk cId="1741916214" sldId="2147483648"/>
              <pc:sldLayoutMk cId="3628998001" sldId="2147483649"/>
              <ac:spMk id="17" creationId="{620BE693-907C-4530-BA2C-230D8828BC44}"/>
            </ac:spMkLst>
          </pc:spChg>
          <pc:spChg chg="add mod">
            <ac:chgData name="刘 般若" userId="f51c423b6dc59c1c" providerId="LiveId" clId="{304F4805-63F3-4121-BA4B-F9B3606B92BE}" dt="2025-01-08T14:14:30.761" v="262" actId="1076"/>
            <ac:spMkLst>
              <pc:docMk/>
              <pc:sldMasterMk cId="1741916214" sldId="2147483648"/>
              <pc:sldLayoutMk cId="3628998001" sldId="2147483649"/>
              <ac:spMk id="18" creationId="{313F14E8-7D33-4ED4-B105-EE18D0B64756}"/>
            </ac:spMkLst>
          </pc:spChg>
          <pc:spChg chg="add del">
            <ac:chgData name="刘 般若" userId="f51c423b6dc59c1c" providerId="LiveId" clId="{304F4805-63F3-4121-BA4B-F9B3606B92BE}" dt="2025-01-08T14:12:09.552" v="236" actId="11529"/>
            <ac:spMkLst>
              <pc:docMk/>
              <pc:sldMasterMk cId="1741916214" sldId="2147483648"/>
              <pc:sldLayoutMk cId="3628998001" sldId="2147483649"/>
              <ac:spMk id="19" creationId="{592383FE-ECCD-4CCF-B5E8-513B873F9B37}"/>
            </ac:spMkLst>
          </pc:spChg>
          <pc:spChg chg="add del mod">
            <ac:chgData name="刘 般若" userId="f51c423b6dc59c1c" providerId="LiveId" clId="{304F4805-63F3-4121-BA4B-F9B3606B92BE}" dt="2025-01-08T14:12:11.550" v="237" actId="478"/>
            <ac:spMkLst>
              <pc:docMk/>
              <pc:sldMasterMk cId="1741916214" sldId="2147483648"/>
              <pc:sldLayoutMk cId="3628998001" sldId="2147483649"/>
              <ac:spMk id="20" creationId="{9EB92029-9897-4617-840A-FACD16648811}"/>
            </ac:spMkLst>
          </pc:spChg>
          <pc:spChg chg="add del">
            <ac:chgData name="刘 般若" userId="f51c423b6dc59c1c" providerId="LiveId" clId="{304F4805-63F3-4121-BA4B-F9B3606B92BE}" dt="2025-01-08T14:12:17.417" v="238" actId="11529"/>
            <ac:spMkLst>
              <pc:docMk/>
              <pc:sldMasterMk cId="1741916214" sldId="2147483648"/>
              <pc:sldLayoutMk cId="3628998001" sldId="2147483649"/>
              <ac:spMk id="21" creationId="{27560A08-9DCE-4459-8B41-074D39C070A4}"/>
            </ac:spMkLst>
          </pc:spChg>
          <pc:spChg chg="add del mod">
            <ac:chgData name="刘 般若" userId="f51c423b6dc59c1c" providerId="LiveId" clId="{304F4805-63F3-4121-BA4B-F9B3606B92BE}" dt="2025-01-08T14:12:22.416" v="239" actId="478"/>
            <ac:spMkLst>
              <pc:docMk/>
              <pc:sldMasterMk cId="1741916214" sldId="2147483648"/>
              <pc:sldLayoutMk cId="3628998001" sldId="2147483649"/>
              <ac:spMk id="22" creationId="{7FABB27D-36EA-419F-A3EC-21A3B6B86A7E}"/>
            </ac:spMkLst>
          </pc:spChg>
          <pc:spChg chg="add del">
            <ac:chgData name="刘 般若" userId="f51c423b6dc59c1c" providerId="LiveId" clId="{304F4805-63F3-4121-BA4B-F9B3606B92BE}" dt="2025-01-08T14:16:18.759" v="308" actId="11529"/>
            <ac:spMkLst>
              <pc:docMk/>
              <pc:sldMasterMk cId="1741916214" sldId="2147483648"/>
              <pc:sldLayoutMk cId="3628998001" sldId="2147483649"/>
              <ac:spMk id="23" creationId="{E712E308-D8E2-4BEE-A626-710E769EE835}"/>
            </ac:spMkLst>
          </pc:spChg>
          <pc:spChg chg="add mod">
            <ac:chgData name="刘 般若" userId="f51c423b6dc59c1c" providerId="LiveId" clId="{304F4805-63F3-4121-BA4B-F9B3606B92BE}" dt="2025-01-08T14:38:37.307" v="792" actId="14100"/>
            <ac:spMkLst>
              <pc:docMk/>
              <pc:sldMasterMk cId="1741916214" sldId="2147483648"/>
              <pc:sldLayoutMk cId="3628998001" sldId="2147483649"/>
              <ac:spMk id="24" creationId="{F6DA9D76-4C8F-4E94-A6FF-1429F6226C72}"/>
            </ac:spMkLst>
          </pc:spChg>
          <pc:spChg chg="add del mod">
            <ac:chgData name="刘 般若" userId="f51c423b6dc59c1c" providerId="LiveId" clId="{304F4805-63F3-4121-BA4B-F9B3606B92BE}" dt="2025-01-08T14:18:32.314" v="324"/>
            <ac:spMkLst>
              <pc:docMk/>
              <pc:sldMasterMk cId="1741916214" sldId="2147483648"/>
              <pc:sldLayoutMk cId="3628998001" sldId="2147483649"/>
              <ac:spMk id="25" creationId="{AEE1BDCD-11B7-4147-B560-2E7DDD32DBA2}"/>
            </ac:spMkLst>
          </pc:spChg>
          <pc:spChg chg="add del">
            <ac:chgData name="刘 般若" userId="f51c423b6dc59c1c" providerId="LiveId" clId="{304F4805-63F3-4121-BA4B-F9B3606B92BE}" dt="2025-01-08T14:37:24.596" v="770" actId="11529"/>
            <ac:spMkLst>
              <pc:docMk/>
              <pc:sldMasterMk cId="1741916214" sldId="2147483648"/>
              <pc:sldLayoutMk cId="3628998001" sldId="2147483649"/>
              <ac:spMk id="26" creationId="{E86BD7AF-4AB9-4F35-B1D4-AD04CA03281F}"/>
            </ac:spMkLst>
          </pc:spChg>
          <pc:spChg chg="add mod">
            <ac:chgData name="刘 般若" userId="f51c423b6dc59c1c" providerId="LiveId" clId="{304F4805-63F3-4121-BA4B-F9B3606B92BE}" dt="2025-01-08T14:38:41.408" v="793" actId="1076"/>
            <ac:spMkLst>
              <pc:docMk/>
              <pc:sldMasterMk cId="1741916214" sldId="2147483648"/>
              <pc:sldLayoutMk cId="3628998001" sldId="2147483649"/>
              <ac:spMk id="27" creationId="{1FB46DF8-009B-4E33-A829-7907791812AF}"/>
            </ac:spMkLst>
          </pc:spChg>
          <pc:picChg chg="add mod">
            <ac:chgData name="刘 般若" userId="f51c423b6dc59c1c" providerId="LiveId" clId="{304F4805-63F3-4121-BA4B-F9B3606B92BE}" dt="2025-01-08T14:14:17.924" v="257" actId="1076"/>
            <ac:picMkLst>
              <pc:docMk/>
              <pc:sldMasterMk cId="1741916214" sldId="2147483648"/>
              <pc:sldLayoutMk cId="3628998001" sldId="2147483649"/>
              <ac:picMk id="1026" creationId="{958413FE-FC1B-4854-A636-AEC1BFEE3F12}"/>
            </ac:picMkLst>
          </pc:picChg>
        </pc:sldLayoutChg>
        <pc:sldLayoutChg chg="new add del mod">
          <pc:chgData name="刘 般若" userId="f51c423b6dc59c1c" providerId="LiveId" clId="{304F4805-63F3-4121-BA4B-F9B3606B92BE}" dt="2025-01-08T14:15:57.733" v="292" actId="11236"/>
          <pc:sldLayoutMkLst>
            <pc:docMk/>
            <pc:sldMasterMk cId="1741916214" sldId="2147483648"/>
            <pc:sldLayoutMk cId="776506448" sldId="2147483650"/>
          </pc:sldLayoutMkLst>
        </pc:sldLayoutChg>
        <pc:sldLayoutChg chg="delSp modSp add mod modTransition">
          <pc:chgData name="刘 般若" userId="f51c423b6dc59c1c" providerId="LiveId" clId="{304F4805-63F3-4121-BA4B-F9B3606B92BE}" dt="2025-01-08T14:21:49.997" v="515" actId="20577"/>
          <pc:sldLayoutMkLst>
            <pc:docMk/>
            <pc:sldMasterMk cId="1741916214" sldId="2147483648"/>
            <pc:sldLayoutMk cId="4070742278" sldId="2147483650"/>
          </pc:sldLayoutMkLst>
          <pc:spChg chg="mod">
            <ac:chgData name="刘 般若" userId="f51c423b6dc59c1c" providerId="LiveId" clId="{304F4805-63F3-4121-BA4B-F9B3606B92BE}" dt="2025-01-08T14:21:49.997" v="515" actId="20577"/>
            <ac:spMkLst>
              <pc:docMk/>
              <pc:sldMasterMk cId="1741916214" sldId="2147483648"/>
              <pc:sldLayoutMk cId="4070742278" sldId="2147483650"/>
              <ac:spMk id="6" creationId="{5736D7D6-D7F6-42EA-9BC7-8C8105FECC1C}"/>
            </ac:spMkLst>
          </pc:spChg>
          <pc:spChg chg="del">
            <ac:chgData name="刘 般若" userId="f51c423b6dc59c1c" providerId="LiveId" clId="{304F4805-63F3-4121-BA4B-F9B3606B92BE}" dt="2025-01-08T14:16:32.432" v="313" actId="478"/>
            <ac:spMkLst>
              <pc:docMk/>
              <pc:sldMasterMk cId="1741916214" sldId="2147483648"/>
              <pc:sldLayoutMk cId="4070742278" sldId="2147483650"/>
              <ac:spMk id="24" creationId="{F6DA9D76-4C8F-4E94-A6FF-1429F6226C72}"/>
            </ac:spMkLst>
          </pc:spChg>
        </pc:sldLayoutChg>
        <pc:sldLayoutChg chg="modSp add del mod modTransition">
          <pc:chgData name="刘 般若" userId="f51c423b6dc59c1c" providerId="LiveId" clId="{304F4805-63F3-4121-BA4B-F9B3606B92BE}" dt="2025-01-08T14:15:56.695" v="291" actId="2890"/>
          <pc:sldLayoutMkLst>
            <pc:docMk/>
            <pc:sldMasterMk cId="1741916214" sldId="2147483648"/>
            <pc:sldLayoutMk cId="1010011050" sldId="2147483651"/>
          </pc:sldLayoutMkLst>
          <pc:spChg chg="mod">
            <ac:chgData name="刘 般若" userId="f51c423b6dc59c1c" providerId="LiveId" clId="{304F4805-63F3-4121-BA4B-F9B3606B92BE}" dt="2025-01-08T14:15:55.484" v="289" actId="20577"/>
            <ac:spMkLst>
              <pc:docMk/>
              <pc:sldMasterMk cId="1741916214" sldId="2147483648"/>
              <pc:sldLayoutMk cId="1010011050" sldId="2147483651"/>
              <ac:spMk id="7" creationId="{1631FC79-5FA6-4193-B63A-373C411D5C6B}"/>
            </ac:spMkLst>
          </pc:spChg>
        </pc:sldLayoutChg>
        <pc:sldLayoutChg chg="new del mod">
          <pc:chgData name="刘 般若" userId="f51c423b6dc59c1c" providerId="LiveId" clId="{304F4805-63F3-4121-BA4B-F9B3606B92BE}" dt="2025-01-08T14:17:54.599" v="319" actId="11236"/>
          <pc:sldLayoutMkLst>
            <pc:docMk/>
            <pc:sldMasterMk cId="1741916214" sldId="2147483648"/>
            <pc:sldLayoutMk cId="3554933449" sldId="2147483651"/>
          </pc:sldLayoutMkLst>
        </pc:sldLayoutChg>
        <pc:sldLayoutChg chg="new del mod">
          <pc:chgData name="刘 般若" userId="f51c423b6dc59c1c" providerId="LiveId" clId="{304F4805-63F3-4121-BA4B-F9B3606B92BE}" dt="2025-01-08T14:19:05.195" v="328" actId="2696"/>
          <pc:sldLayoutMkLst>
            <pc:docMk/>
            <pc:sldMasterMk cId="1741916214" sldId="2147483648"/>
            <pc:sldLayoutMk cId="4175531295" sldId="2147483651"/>
          </pc:sldLayoutMkLst>
        </pc:sldLayoutChg>
        <pc:sldLayoutChg chg="addSp delSp modSp add mod modTransition">
          <pc:chgData name="刘 般若" userId="f51c423b6dc59c1c" providerId="LiveId" clId="{304F4805-63F3-4121-BA4B-F9B3606B92BE}" dt="2025-01-08T14:21:45.767" v="506" actId="20577"/>
          <pc:sldLayoutMkLst>
            <pc:docMk/>
            <pc:sldMasterMk cId="1741916214" sldId="2147483648"/>
            <pc:sldLayoutMk cId="221161582" sldId="2147483652"/>
          </pc:sldLayoutMkLst>
          <pc:spChg chg="add mod">
            <ac:chgData name="刘 般若" userId="f51c423b6dc59c1c" providerId="LiveId" clId="{304F4805-63F3-4121-BA4B-F9B3606B92BE}" dt="2025-01-08T14:19:32.716" v="335" actId="2711"/>
            <ac:spMkLst>
              <pc:docMk/>
              <pc:sldMasterMk cId="1741916214" sldId="2147483648"/>
              <pc:sldLayoutMk cId="221161582" sldId="2147483652"/>
              <ac:spMk id="2" creationId="{3637FA0B-6015-4D45-A11B-AF9B18C20715}"/>
            </ac:spMkLst>
          </pc:spChg>
          <pc:spChg chg="del">
            <ac:chgData name="刘 般若" userId="f51c423b6dc59c1c" providerId="LiveId" clId="{304F4805-63F3-4121-BA4B-F9B3606B92BE}" dt="2025-01-08T14:19:19.432" v="331" actId="478"/>
            <ac:spMkLst>
              <pc:docMk/>
              <pc:sldMasterMk cId="1741916214" sldId="2147483648"/>
              <pc:sldLayoutMk cId="221161582" sldId="2147483652"/>
              <ac:spMk id="4" creationId="{39F68356-81E2-4606-BFA6-2E9C928F92EA}"/>
            </ac:spMkLst>
          </pc:spChg>
          <pc:spChg chg="mod">
            <ac:chgData name="刘 般若" userId="f51c423b6dc59c1c" providerId="LiveId" clId="{304F4805-63F3-4121-BA4B-F9B3606B92BE}" dt="2025-01-08T14:21:45.767" v="506" actId="20577"/>
            <ac:spMkLst>
              <pc:docMk/>
              <pc:sldMasterMk cId="1741916214" sldId="2147483648"/>
              <pc:sldLayoutMk cId="221161582" sldId="2147483652"/>
              <ac:spMk id="6" creationId="{5736D7D6-D7F6-42EA-9BC7-8C8105FECC1C}"/>
            </ac:spMkLst>
          </pc:spChg>
          <pc:spChg chg="del">
            <ac:chgData name="刘 般若" userId="f51c423b6dc59c1c" providerId="LiveId" clId="{304F4805-63F3-4121-BA4B-F9B3606B92BE}" dt="2025-01-08T14:19:17.485" v="330" actId="478"/>
            <ac:spMkLst>
              <pc:docMk/>
              <pc:sldMasterMk cId="1741916214" sldId="2147483648"/>
              <pc:sldLayoutMk cId="221161582" sldId="2147483652"/>
              <ac:spMk id="18" creationId="{313F14E8-7D33-4ED4-B105-EE18D0B64756}"/>
            </ac:spMkLst>
          </pc:spChg>
        </pc:sldLayoutChg>
        <pc:sldLayoutChg chg="add del mod modTransition">
          <pc:chgData name="刘 般若" userId="f51c423b6dc59c1c" providerId="LiveId" clId="{304F4805-63F3-4121-BA4B-F9B3606B92BE}" dt="2025-01-08T14:15:53.544" v="285" actId="2890"/>
          <pc:sldLayoutMkLst>
            <pc:docMk/>
            <pc:sldMasterMk cId="1741916214" sldId="2147483648"/>
            <pc:sldLayoutMk cId="2334956948" sldId="2147483652"/>
          </pc:sldLayoutMkLst>
        </pc:sldLayoutChg>
      </pc:sldMasterChg>
      <pc:sldMasterChg chg="new del mod addSldLayout delSldLayout">
        <pc:chgData name="刘 般若" userId="f51c423b6dc59c1c" providerId="LiveId" clId="{304F4805-63F3-4121-BA4B-F9B3606B92BE}" dt="2025-01-08T14:14:41.630" v="264" actId="6938"/>
        <pc:sldMasterMkLst>
          <pc:docMk/>
          <pc:sldMasterMk cId="4271726616" sldId="2147483650"/>
        </pc:sldMasterMkLst>
        <pc:sldLayoutChg chg="new del replId">
          <pc:chgData name="刘 般若" userId="f51c423b6dc59c1c" providerId="LiveId" clId="{304F4805-63F3-4121-BA4B-F9B3606B92BE}" dt="2025-01-08T14:14:41.630" v="264" actId="6938"/>
          <pc:sldLayoutMkLst>
            <pc:docMk/>
            <pc:sldMasterMk cId="4271726616" sldId="2147483650"/>
            <pc:sldLayoutMk cId="392475101" sldId="2147483651"/>
          </pc:sldLayoutMkLst>
        </pc:sldLayoutChg>
        <pc:sldLayoutChg chg="new del replId">
          <pc:chgData name="刘 般若" userId="f51c423b6dc59c1c" providerId="LiveId" clId="{304F4805-63F3-4121-BA4B-F9B3606B92BE}" dt="2025-01-08T14:14:41.630" v="264" actId="6938"/>
          <pc:sldLayoutMkLst>
            <pc:docMk/>
            <pc:sldMasterMk cId="4271726616" sldId="2147483650"/>
            <pc:sldLayoutMk cId="1553430171" sldId="2147483652"/>
          </pc:sldLayoutMkLst>
        </pc:sldLayoutChg>
        <pc:sldLayoutChg chg="new del replId">
          <pc:chgData name="刘 般若" userId="f51c423b6dc59c1c" providerId="LiveId" clId="{304F4805-63F3-4121-BA4B-F9B3606B92BE}" dt="2025-01-08T14:14:41.630" v="264" actId="6938"/>
          <pc:sldLayoutMkLst>
            <pc:docMk/>
            <pc:sldMasterMk cId="4271726616" sldId="2147483650"/>
            <pc:sldLayoutMk cId="2572627744" sldId="2147483653"/>
          </pc:sldLayoutMkLst>
        </pc:sldLayoutChg>
        <pc:sldLayoutChg chg="new del replId">
          <pc:chgData name="刘 般若" userId="f51c423b6dc59c1c" providerId="LiveId" clId="{304F4805-63F3-4121-BA4B-F9B3606B92BE}" dt="2025-01-08T14:14:41.630" v="264" actId="6938"/>
          <pc:sldLayoutMkLst>
            <pc:docMk/>
            <pc:sldMasterMk cId="4271726616" sldId="2147483650"/>
            <pc:sldLayoutMk cId="3353053504" sldId="2147483654"/>
          </pc:sldLayoutMkLst>
        </pc:sldLayoutChg>
        <pc:sldLayoutChg chg="new del replId">
          <pc:chgData name="刘 般若" userId="f51c423b6dc59c1c" providerId="LiveId" clId="{304F4805-63F3-4121-BA4B-F9B3606B92BE}" dt="2025-01-08T14:14:41.630" v="264" actId="6938"/>
          <pc:sldLayoutMkLst>
            <pc:docMk/>
            <pc:sldMasterMk cId="4271726616" sldId="2147483650"/>
            <pc:sldLayoutMk cId="1845920187" sldId="2147483655"/>
          </pc:sldLayoutMkLst>
        </pc:sldLayoutChg>
        <pc:sldLayoutChg chg="new del replId">
          <pc:chgData name="刘 般若" userId="f51c423b6dc59c1c" providerId="LiveId" clId="{304F4805-63F3-4121-BA4B-F9B3606B92BE}" dt="2025-01-08T14:14:41.630" v="264" actId="6938"/>
          <pc:sldLayoutMkLst>
            <pc:docMk/>
            <pc:sldMasterMk cId="4271726616" sldId="2147483650"/>
            <pc:sldLayoutMk cId="2276161282" sldId="2147483656"/>
          </pc:sldLayoutMkLst>
        </pc:sldLayoutChg>
        <pc:sldLayoutChg chg="new del replId">
          <pc:chgData name="刘 般若" userId="f51c423b6dc59c1c" providerId="LiveId" clId="{304F4805-63F3-4121-BA4B-F9B3606B92BE}" dt="2025-01-08T14:14:41.630" v="264" actId="6938"/>
          <pc:sldLayoutMkLst>
            <pc:docMk/>
            <pc:sldMasterMk cId="4271726616" sldId="2147483650"/>
            <pc:sldLayoutMk cId="2514020809" sldId="2147483657"/>
          </pc:sldLayoutMkLst>
        </pc:sldLayoutChg>
        <pc:sldLayoutChg chg="new del replId">
          <pc:chgData name="刘 般若" userId="f51c423b6dc59c1c" providerId="LiveId" clId="{304F4805-63F3-4121-BA4B-F9B3606B92BE}" dt="2025-01-08T14:14:41.630" v="264" actId="6938"/>
          <pc:sldLayoutMkLst>
            <pc:docMk/>
            <pc:sldMasterMk cId="4271726616" sldId="2147483650"/>
            <pc:sldLayoutMk cId="3775919855" sldId="2147483658"/>
          </pc:sldLayoutMkLst>
        </pc:sldLayoutChg>
        <pc:sldLayoutChg chg="new del replId">
          <pc:chgData name="刘 般若" userId="f51c423b6dc59c1c" providerId="LiveId" clId="{304F4805-63F3-4121-BA4B-F9B3606B92BE}" dt="2025-01-08T14:14:41.630" v="264" actId="6938"/>
          <pc:sldLayoutMkLst>
            <pc:docMk/>
            <pc:sldMasterMk cId="4271726616" sldId="2147483650"/>
            <pc:sldLayoutMk cId="3316495950" sldId="2147483659"/>
          </pc:sldLayoutMkLst>
        </pc:sldLayoutChg>
        <pc:sldLayoutChg chg="new del replId">
          <pc:chgData name="刘 般若" userId="f51c423b6dc59c1c" providerId="LiveId" clId="{304F4805-63F3-4121-BA4B-F9B3606B92BE}" dt="2025-01-08T14:14:41.630" v="264" actId="6938"/>
          <pc:sldLayoutMkLst>
            <pc:docMk/>
            <pc:sldMasterMk cId="4271726616" sldId="2147483650"/>
            <pc:sldLayoutMk cId="3565033612" sldId="2147483660"/>
          </pc:sldLayoutMkLst>
        </pc:sldLayoutChg>
        <pc:sldLayoutChg chg="new del replId">
          <pc:chgData name="刘 般若" userId="f51c423b6dc59c1c" providerId="LiveId" clId="{304F4805-63F3-4121-BA4B-F9B3606B92BE}" dt="2025-01-08T14:14:41.630" v="264" actId="6938"/>
          <pc:sldLayoutMkLst>
            <pc:docMk/>
            <pc:sldMasterMk cId="4271726616" sldId="2147483650"/>
            <pc:sldLayoutMk cId="1732307185" sldId="2147483661"/>
          </pc:sldLayoutMkLst>
        </pc:sldLayoutChg>
      </pc:sldMasterChg>
      <pc:sldMasterChg chg="new del mod addSldLayout delSldLayout">
        <pc:chgData name="刘 般若" userId="f51c423b6dc59c1c" providerId="LiveId" clId="{304F4805-63F3-4121-BA4B-F9B3606B92BE}" dt="2025-01-08T14:18:00.122" v="321" actId="6938"/>
        <pc:sldMasterMkLst>
          <pc:docMk/>
          <pc:sldMasterMk cId="1061120866" sldId="2147483651"/>
        </pc:sldMasterMkLst>
        <pc:sldLayoutChg chg="new del replId">
          <pc:chgData name="刘 般若" userId="f51c423b6dc59c1c" providerId="LiveId" clId="{304F4805-63F3-4121-BA4B-F9B3606B92BE}" dt="2025-01-08T14:18:00.122" v="321" actId="6938"/>
          <pc:sldLayoutMkLst>
            <pc:docMk/>
            <pc:sldMasterMk cId="1061120866" sldId="2147483651"/>
            <pc:sldLayoutMk cId="284846861" sldId="2147483652"/>
          </pc:sldLayoutMkLst>
        </pc:sldLayoutChg>
        <pc:sldLayoutChg chg="new del replId">
          <pc:chgData name="刘 般若" userId="f51c423b6dc59c1c" providerId="LiveId" clId="{304F4805-63F3-4121-BA4B-F9B3606B92BE}" dt="2025-01-08T14:18:00.122" v="321" actId="6938"/>
          <pc:sldLayoutMkLst>
            <pc:docMk/>
            <pc:sldMasterMk cId="1061120866" sldId="2147483651"/>
            <pc:sldLayoutMk cId="2977741032" sldId="2147483653"/>
          </pc:sldLayoutMkLst>
        </pc:sldLayoutChg>
        <pc:sldLayoutChg chg="new del replId">
          <pc:chgData name="刘 般若" userId="f51c423b6dc59c1c" providerId="LiveId" clId="{304F4805-63F3-4121-BA4B-F9B3606B92BE}" dt="2025-01-08T14:18:00.122" v="321" actId="6938"/>
          <pc:sldLayoutMkLst>
            <pc:docMk/>
            <pc:sldMasterMk cId="1061120866" sldId="2147483651"/>
            <pc:sldLayoutMk cId="638925766" sldId="2147483654"/>
          </pc:sldLayoutMkLst>
        </pc:sldLayoutChg>
        <pc:sldLayoutChg chg="new del replId">
          <pc:chgData name="刘 般若" userId="f51c423b6dc59c1c" providerId="LiveId" clId="{304F4805-63F3-4121-BA4B-F9B3606B92BE}" dt="2025-01-08T14:18:00.122" v="321" actId="6938"/>
          <pc:sldLayoutMkLst>
            <pc:docMk/>
            <pc:sldMasterMk cId="1061120866" sldId="2147483651"/>
            <pc:sldLayoutMk cId="773145752" sldId="2147483655"/>
          </pc:sldLayoutMkLst>
        </pc:sldLayoutChg>
        <pc:sldLayoutChg chg="new del replId">
          <pc:chgData name="刘 般若" userId="f51c423b6dc59c1c" providerId="LiveId" clId="{304F4805-63F3-4121-BA4B-F9B3606B92BE}" dt="2025-01-08T14:18:00.122" v="321" actId="6938"/>
          <pc:sldLayoutMkLst>
            <pc:docMk/>
            <pc:sldMasterMk cId="1061120866" sldId="2147483651"/>
            <pc:sldLayoutMk cId="3859819014" sldId="2147483656"/>
          </pc:sldLayoutMkLst>
        </pc:sldLayoutChg>
        <pc:sldLayoutChg chg="new del replId">
          <pc:chgData name="刘 般若" userId="f51c423b6dc59c1c" providerId="LiveId" clId="{304F4805-63F3-4121-BA4B-F9B3606B92BE}" dt="2025-01-08T14:18:00.122" v="321" actId="6938"/>
          <pc:sldLayoutMkLst>
            <pc:docMk/>
            <pc:sldMasterMk cId="1061120866" sldId="2147483651"/>
            <pc:sldLayoutMk cId="203222084" sldId="2147483657"/>
          </pc:sldLayoutMkLst>
        </pc:sldLayoutChg>
        <pc:sldLayoutChg chg="new del replId">
          <pc:chgData name="刘 般若" userId="f51c423b6dc59c1c" providerId="LiveId" clId="{304F4805-63F3-4121-BA4B-F9B3606B92BE}" dt="2025-01-08T14:18:00.122" v="321" actId="6938"/>
          <pc:sldLayoutMkLst>
            <pc:docMk/>
            <pc:sldMasterMk cId="1061120866" sldId="2147483651"/>
            <pc:sldLayoutMk cId="2477724060" sldId="2147483658"/>
          </pc:sldLayoutMkLst>
        </pc:sldLayoutChg>
        <pc:sldLayoutChg chg="new del replId">
          <pc:chgData name="刘 般若" userId="f51c423b6dc59c1c" providerId="LiveId" clId="{304F4805-63F3-4121-BA4B-F9B3606B92BE}" dt="2025-01-08T14:18:00.122" v="321" actId="6938"/>
          <pc:sldLayoutMkLst>
            <pc:docMk/>
            <pc:sldMasterMk cId="1061120866" sldId="2147483651"/>
            <pc:sldLayoutMk cId="3531080661" sldId="2147483659"/>
          </pc:sldLayoutMkLst>
        </pc:sldLayoutChg>
        <pc:sldLayoutChg chg="new del replId">
          <pc:chgData name="刘 般若" userId="f51c423b6dc59c1c" providerId="LiveId" clId="{304F4805-63F3-4121-BA4B-F9B3606B92BE}" dt="2025-01-08T14:18:00.122" v="321" actId="6938"/>
          <pc:sldLayoutMkLst>
            <pc:docMk/>
            <pc:sldMasterMk cId="1061120866" sldId="2147483651"/>
            <pc:sldLayoutMk cId="1141523273" sldId="2147483660"/>
          </pc:sldLayoutMkLst>
        </pc:sldLayoutChg>
        <pc:sldLayoutChg chg="new del replId">
          <pc:chgData name="刘 般若" userId="f51c423b6dc59c1c" providerId="LiveId" clId="{304F4805-63F3-4121-BA4B-F9B3606B92BE}" dt="2025-01-08T14:18:00.122" v="321" actId="6938"/>
          <pc:sldLayoutMkLst>
            <pc:docMk/>
            <pc:sldMasterMk cId="1061120866" sldId="2147483651"/>
            <pc:sldLayoutMk cId="1617478120" sldId="2147483661"/>
          </pc:sldLayoutMkLst>
        </pc:sldLayoutChg>
        <pc:sldLayoutChg chg="new del replId">
          <pc:chgData name="刘 般若" userId="f51c423b6dc59c1c" providerId="LiveId" clId="{304F4805-63F3-4121-BA4B-F9B3606B92BE}" dt="2025-01-08T14:18:00.122" v="321" actId="6938"/>
          <pc:sldLayoutMkLst>
            <pc:docMk/>
            <pc:sldMasterMk cId="1061120866" sldId="2147483651"/>
            <pc:sldLayoutMk cId="3523456105" sldId="2147483662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5C1D47E-6376-4AFF-B30E-791383D2F2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7B0630-0AF8-4395-BCFE-9458D15775C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78F0F8-F951-4CF1-91A1-7B56F60E6A97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4ADECE-BC48-4C2F-94FD-58DA048B93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2A37FA-600E-4815-B1A3-72B4DFE0BE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62B142-5AC6-4F57-A5D1-6FC6D6DEAF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3313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CD74B9-B2A3-4F51-953E-3FE8F263AECC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3C1B67-ADA9-4A10-B15B-EFBFFF8A22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827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9F68356-81E2-4606-BFA6-2E9C928F92EA}"/>
              </a:ext>
            </a:extLst>
          </p:cNvPr>
          <p:cNvSpPr/>
          <p:nvPr userDrawn="1"/>
        </p:nvSpPr>
        <p:spPr>
          <a:xfrm>
            <a:off x="140963" y="1059045"/>
            <a:ext cx="10847294" cy="457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58413FE-FC1B-4854-A636-AEC1BFEE3F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6179" y="70385"/>
            <a:ext cx="1014858" cy="101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4B267A1-B211-4F6F-9B70-BD18521D159A}"/>
              </a:ext>
            </a:extLst>
          </p:cNvPr>
          <p:cNvSpPr/>
          <p:nvPr userDrawn="1"/>
        </p:nvSpPr>
        <p:spPr>
          <a:xfrm>
            <a:off x="0" y="6454588"/>
            <a:ext cx="12192000" cy="4034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36D7D6-D7F6-42EA-9BC7-8C8105FECC1C}"/>
              </a:ext>
            </a:extLst>
          </p:cNvPr>
          <p:cNvSpPr txBox="1"/>
          <p:nvPr userDrawn="1"/>
        </p:nvSpPr>
        <p:spPr>
          <a:xfrm>
            <a:off x="0" y="6471628"/>
            <a:ext cx="6925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利用单细胞测序技术研究中胚层细胞的命运决定过程</a:t>
            </a:r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中期答辩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631FC79-5FA6-4193-B63A-373C411D5C6B}"/>
              </a:ext>
            </a:extLst>
          </p:cNvPr>
          <p:cNvSpPr txBox="1"/>
          <p:nvPr userDrawn="1"/>
        </p:nvSpPr>
        <p:spPr>
          <a:xfrm>
            <a:off x="7949492" y="6488668"/>
            <a:ext cx="4242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化生</a:t>
            </a:r>
            <a:r>
              <a:rPr lang="en-US" altLang="zh-CN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2101 </a:t>
            </a:r>
            <a:r>
              <a:rPr lang="zh-CN" altLang="en-US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刘般若 </a:t>
            </a:r>
            <a:r>
              <a:rPr lang="en-US" altLang="zh-CN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banruo@stu.xjtu.edu.cn</a:t>
            </a:r>
            <a:endParaRPr lang="zh-CN" altLang="en-US" b="1" baseline="0" dirty="0">
              <a:solidFill>
                <a:schemeClr val="bg1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313F14E8-7D33-4ED4-B105-EE18D0B647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084" y="284385"/>
            <a:ext cx="6558116" cy="7405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F6DA9D76-4C8F-4E94-A6FF-1429F6226C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084" y="1293744"/>
            <a:ext cx="10847294" cy="4505211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 baseline="0"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baseline="0"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 baseline="0"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 baseline="0"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27" name="内容占位符 26">
            <a:extLst>
              <a:ext uri="{FF2B5EF4-FFF2-40B4-BE49-F238E27FC236}">
                <a16:creationId xmlns:a16="http://schemas.microsoft.com/office/drawing/2014/main" id="{1FB46DF8-009B-4E33-A829-7907791812A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9084" y="5833035"/>
            <a:ext cx="11910074" cy="52932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8998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幻灯片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9F68356-81E2-4606-BFA6-2E9C928F92EA}"/>
              </a:ext>
            </a:extLst>
          </p:cNvPr>
          <p:cNvSpPr/>
          <p:nvPr userDrawn="1"/>
        </p:nvSpPr>
        <p:spPr>
          <a:xfrm>
            <a:off x="140963" y="1059045"/>
            <a:ext cx="10847294" cy="457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58413FE-FC1B-4854-A636-AEC1BFEE3F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6179" y="70385"/>
            <a:ext cx="1014858" cy="101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4B267A1-B211-4F6F-9B70-BD18521D159A}"/>
              </a:ext>
            </a:extLst>
          </p:cNvPr>
          <p:cNvSpPr/>
          <p:nvPr userDrawn="1"/>
        </p:nvSpPr>
        <p:spPr>
          <a:xfrm>
            <a:off x="0" y="6454588"/>
            <a:ext cx="12192000" cy="4034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36D7D6-D7F6-42EA-9BC7-8C8105FECC1C}"/>
              </a:ext>
            </a:extLst>
          </p:cNvPr>
          <p:cNvSpPr txBox="1"/>
          <p:nvPr userDrawn="1"/>
        </p:nvSpPr>
        <p:spPr>
          <a:xfrm>
            <a:off x="0" y="6471628"/>
            <a:ext cx="6925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利用单细胞测序技术研究中胚层细胞的命运决定过程</a:t>
            </a:r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中期答辩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631FC79-5FA6-4193-B63A-373C411D5C6B}"/>
              </a:ext>
            </a:extLst>
          </p:cNvPr>
          <p:cNvSpPr txBox="1"/>
          <p:nvPr userDrawn="1"/>
        </p:nvSpPr>
        <p:spPr>
          <a:xfrm>
            <a:off x="7949492" y="6488668"/>
            <a:ext cx="4242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化生</a:t>
            </a:r>
            <a:r>
              <a:rPr lang="en-US" altLang="zh-CN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2101 </a:t>
            </a:r>
            <a:r>
              <a:rPr lang="zh-CN" altLang="en-US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刘般若 </a:t>
            </a:r>
            <a:r>
              <a:rPr lang="en-US" altLang="zh-CN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banruo@stu.xjtu.edu.cn</a:t>
            </a:r>
            <a:endParaRPr lang="zh-CN" altLang="en-US" b="1" baseline="0" dirty="0">
              <a:solidFill>
                <a:schemeClr val="bg1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313F14E8-7D33-4ED4-B105-EE18D0B647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084" y="209379"/>
            <a:ext cx="6558116" cy="7405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8" name="文本占位符 23">
            <a:extLst>
              <a:ext uri="{FF2B5EF4-FFF2-40B4-BE49-F238E27FC236}">
                <a16:creationId xmlns:a16="http://schemas.microsoft.com/office/drawing/2014/main" id="{4A7945D6-F944-495D-B2DF-8814F25A58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9084" y="1293744"/>
            <a:ext cx="10847294" cy="4505211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 baseline="0"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baseline="0"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 baseline="0"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 baseline="0"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070742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58413FE-FC1B-4854-A636-AEC1BFEE3F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6179" y="70385"/>
            <a:ext cx="1014858" cy="101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4B267A1-B211-4F6F-9B70-BD18521D159A}"/>
              </a:ext>
            </a:extLst>
          </p:cNvPr>
          <p:cNvSpPr/>
          <p:nvPr userDrawn="1"/>
        </p:nvSpPr>
        <p:spPr>
          <a:xfrm>
            <a:off x="0" y="6454588"/>
            <a:ext cx="12192000" cy="4034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36D7D6-D7F6-42EA-9BC7-8C8105FECC1C}"/>
              </a:ext>
            </a:extLst>
          </p:cNvPr>
          <p:cNvSpPr txBox="1"/>
          <p:nvPr userDrawn="1"/>
        </p:nvSpPr>
        <p:spPr>
          <a:xfrm>
            <a:off x="0" y="6471628"/>
            <a:ext cx="6925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利用单细胞测序技术研究中胚层细胞的命运决定过程</a:t>
            </a:r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中期答辩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631FC79-5FA6-4193-B63A-373C411D5C6B}"/>
              </a:ext>
            </a:extLst>
          </p:cNvPr>
          <p:cNvSpPr txBox="1"/>
          <p:nvPr userDrawn="1"/>
        </p:nvSpPr>
        <p:spPr>
          <a:xfrm>
            <a:off x="7949492" y="6488668"/>
            <a:ext cx="4242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化生</a:t>
            </a:r>
            <a:r>
              <a:rPr lang="en-US" altLang="zh-CN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2101 </a:t>
            </a:r>
            <a:r>
              <a:rPr lang="zh-CN" altLang="en-US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刘般若 </a:t>
            </a:r>
            <a:r>
              <a:rPr lang="en-US" altLang="zh-CN" b="1" baseline="0" dirty="0">
                <a:solidFill>
                  <a:schemeClr val="bg1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banruo@stu.xjtu.edu.cn</a:t>
            </a:r>
            <a:endParaRPr lang="zh-CN" altLang="en-US" b="1" baseline="0" dirty="0">
              <a:solidFill>
                <a:schemeClr val="bg1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637FA0B-6015-4D45-A11B-AF9B18C2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79902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1161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1916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5BE4A9-E43D-4895-8D77-23B439522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66542"/>
            <a:ext cx="10515600" cy="2030098"/>
          </a:xfrm>
        </p:spPr>
        <p:txBody>
          <a:bodyPr/>
          <a:lstStyle/>
          <a:p>
            <a:r>
              <a:rPr lang="zh-CN" altLang="en-US" dirty="0"/>
              <a:t>利用单细胞测序技术研究小鼠中胚层细胞</a:t>
            </a:r>
            <a:br>
              <a:rPr lang="en-US" altLang="zh-CN" dirty="0"/>
            </a:br>
            <a:r>
              <a:rPr lang="zh-CN" altLang="en-US" dirty="0"/>
              <a:t>的命运决定过程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sz="3600" dirty="0"/>
              <a:t>中期答辩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26AC1F-1CB2-43BF-85B5-2EBFECCCE747}"/>
              </a:ext>
            </a:extLst>
          </p:cNvPr>
          <p:cNvSpPr txBox="1"/>
          <p:nvPr/>
        </p:nvSpPr>
        <p:spPr>
          <a:xfrm>
            <a:off x="3631227" y="4704080"/>
            <a:ext cx="49295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化生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2101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刘般若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指导老师：王然研究员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2025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33188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295"/>
    </mc:Choice>
    <mc:Fallback xmlns="">
      <p:transition spd="slow" advTm="2329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6DA859E-C283-448A-B85B-C96984E19A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当前已完成的工作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17157B-EE4D-4187-BF14-CCF229ECAB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对全数据集细胞进行降维分析，确定了上胚层细胞下游的多条发育路径并将其可视化。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原条细胞为发育路径分支点，分别找到了下游的新生中胚层细胞、前原条细胞和上游原条细胞的差异基因，并进行了基因本体论分析，确定了原条细胞命运决定因素。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/>
              <a:t>python</a:t>
            </a:r>
            <a:r>
              <a:rPr lang="zh-CN" altLang="en-US" dirty="0"/>
              <a:t>语言开发了单细胞测序数据分析工作流，并完善了代码注释和文档说明，上传到</a:t>
            </a:r>
            <a:r>
              <a:rPr lang="en-US" altLang="zh-CN" dirty="0"/>
              <a:t>GitHub</a:t>
            </a:r>
            <a:r>
              <a:rPr lang="zh-CN" altLang="en-US" dirty="0"/>
              <a:t>。</a:t>
            </a:r>
            <a:r>
              <a:rPr lang="en-US" altLang="zh-CN" dirty="0"/>
              <a:t>https://github.com/herminyliu/sc-fyp</a:t>
            </a:r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0562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9C96423-7DB8-411B-A3C1-F7F8C1F9C0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数据集分布情况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345E75D-95B5-475F-B221-E6A58A349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84" y="1266824"/>
            <a:ext cx="7570377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61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5D67768-0FED-410A-A3D1-7714B716D6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UMAP</a:t>
            </a:r>
            <a:r>
              <a:rPr lang="zh-CN" altLang="en-US" dirty="0"/>
              <a:t>降维图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0C31C20-8136-4763-BA31-9754B97464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833" b="47043"/>
          <a:stretch/>
        </p:blipFill>
        <p:spPr>
          <a:xfrm>
            <a:off x="249084" y="1532859"/>
            <a:ext cx="11561848" cy="4598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238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1FD4513-E24A-45D1-987C-5265BC22B7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084" y="209379"/>
            <a:ext cx="8761566" cy="740580"/>
          </a:xfrm>
        </p:spPr>
        <p:txBody>
          <a:bodyPr/>
          <a:lstStyle/>
          <a:p>
            <a:r>
              <a:rPr lang="zh-CN" altLang="en-US" dirty="0"/>
              <a:t>上胚层</a:t>
            </a:r>
            <a:r>
              <a:rPr lang="en-US" altLang="zh-CN" dirty="0"/>
              <a:t>—</a:t>
            </a:r>
            <a:r>
              <a:rPr lang="zh-CN" altLang="en-US" dirty="0"/>
              <a:t>血液发育路径 流形发育图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C604B62-20B9-47C4-82BB-71EBC801D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84" y="1181099"/>
            <a:ext cx="9123516" cy="520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17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1FD4513-E24A-45D1-987C-5265BC22B7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084" y="209379"/>
            <a:ext cx="8047191" cy="740580"/>
          </a:xfrm>
        </p:spPr>
        <p:txBody>
          <a:bodyPr/>
          <a:lstStyle/>
          <a:p>
            <a:r>
              <a:rPr lang="zh-CN" altLang="en-US" dirty="0"/>
              <a:t>上胚层</a:t>
            </a:r>
            <a:r>
              <a:rPr lang="en-US" altLang="zh-CN" dirty="0"/>
              <a:t>—</a:t>
            </a:r>
            <a:r>
              <a:rPr lang="zh-CN" altLang="en-US" dirty="0"/>
              <a:t>血液发育路径 </a:t>
            </a:r>
            <a:r>
              <a:rPr lang="en-US" altLang="zh-CN" dirty="0"/>
              <a:t>PAGA</a:t>
            </a:r>
            <a:r>
              <a:rPr lang="zh-CN" altLang="en-US" dirty="0"/>
              <a:t>抽象图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F879FE5-D94C-4473-B02D-638B0B7ADE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84" y="1285321"/>
            <a:ext cx="6132666" cy="50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024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4FA3CE4-1042-4DED-9890-D88543C35F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083" y="284385"/>
            <a:ext cx="9142567" cy="740580"/>
          </a:xfrm>
        </p:spPr>
        <p:txBody>
          <a:bodyPr/>
          <a:lstStyle/>
          <a:p>
            <a:r>
              <a:rPr lang="zh-CN" altLang="en-US" dirty="0"/>
              <a:t>前原条细胞相较于原条细胞的差异基因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7428406-E8C6-4515-A96E-8C2ABC0E02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83" y="1296919"/>
            <a:ext cx="6492253" cy="502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509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515"/>
    </mc:Choice>
    <mc:Fallback xmlns="">
      <p:transition spd="slow" advTm="4551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4FA3CE4-1042-4DED-9890-D88543C35F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083" y="284385"/>
            <a:ext cx="9142567" cy="740580"/>
          </a:xfrm>
        </p:spPr>
        <p:txBody>
          <a:bodyPr/>
          <a:lstStyle/>
          <a:p>
            <a:r>
              <a:rPr lang="zh-CN" altLang="en-US" dirty="0"/>
              <a:t>新生中胚层细胞相较于原条细胞的差异基因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060F30E-7D04-4245-9732-C40E74423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83" y="1277869"/>
            <a:ext cx="6492253" cy="502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5659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515"/>
    </mc:Choice>
    <mc:Fallback>
      <p:transition spd="slow" advTm="4551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9AAFED3-22FE-498B-B438-B0FCFBFD51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参考文献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8F6C01-C1DB-45AA-8F8C-7C7F9AEC91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217641" y="1383278"/>
            <a:ext cx="11600016" cy="5059431"/>
          </a:xfrm>
        </p:spPr>
        <p:txBody>
          <a:bodyPr/>
          <a:lstStyle/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1.	Wang, R., et al.,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Integration of Computational Analysis and Spatial Transcriptomics in Single-cell Studies.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Genomics, Proteomics &amp; Bioinformatics, 2023. 21(1): p. 13-23.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2.	</a:t>
            </a:r>
            <a:r>
              <a:rPr lang="en-US" altLang="zh-CN" sz="15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Ringnér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, M.,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What is principal component analysis?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Nat </a:t>
            </a:r>
            <a:r>
              <a:rPr lang="en-US" altLang="zh-CN" sz="15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Biotechnol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, 2008. 26(3): p. 303-4.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3.	Kobak, D. and P. Berens,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The art of using t-SNE for single-cell transcriptomics.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Nat </a:t>
            </a:r>
            <a:r>
              <a:rPr lang="en-US" altLang="zh-CN" sz="15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Commun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, 2019. 10(1): p. 5416.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4.	Becht, E., et al.,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Dimensionality reduction for visualizing single-cell data using UMAP.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Nat </a:t>
            </a:r>
            <a:r>
              <a:rPr lang="en-US" altLang="zh-CN" sz="15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Biotechnol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, 2018.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5.	Langfelder, P. and S. Horvath,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WGCNA: an R package for weighted correlation network analysis.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BMC Bioinformatics, 2008. 9: p. 559.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6.	</a:t>
            </a:r>
            <a:r>
              <a:rPr lang="en-US" altLang="zh-CN" sz="15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Haghverdi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, L., et al.,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Diffusion </a:t>
            </a:r>
            <a:r>
              <a:rPr lang="en-US" altLang="zh-CN" sz="1500" i="1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pseudotime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robustly reconstructs lineage branching.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Nat Methods, 2016. 13(10): p. 845-8.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7.	</a:t>
            </a:r>
            <a:r>
              <a:rPr lang="en-US" altLang="zh-CN" sz="15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Jin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, S., et al., </a:t>
            </a:r>
            <a:r>
              <a:rPr lang="en-US" altLang="zh-CN" sz="1500" i="1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scEpath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: energy landscape-based inference of transition probabilities and cellular trajectories from single-cell transcriptomic data.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Bioinformatics, 2018. 34(12): p. 2077-2086.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8.	Wang, R., et al.,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Time space and single-cell resolved tissue lineage trajectories and laterality of body plan at gastrulation.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Nature Communications, 2023. 14(1): p. 5675.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9.	</a:t>
            </a:r>
            <a:r>
              <a:rPr lang="en-US" altLang="zh-CN" sz="15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Qiu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, C., et al.,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Systematic reconstruction of cellular trajectories across mouse embryogenesis.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Nature Genetics, 2022. 54(3): p. 328-341.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10.	Wagner, D.E., et al.,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Single-cell mapping of gene expression landscapes and lineage in the zebrafish embryo.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Science, 2018. 360(6392): p. 981-987.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11.	Farrell, J.A., et al.,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Single-cell reconstruction of developmental trajectories during zebrafish embryogenesis.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Science, 2018. 360(6392): p. eaar3131.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12.	Green, G.S., et al.,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Cellular communities reveal trajectories of brain ageing and Alzheimer’s disease.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Nature, 2024. 633(8030): p. 634-645.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4572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13.	Kirschenbaum, D., et al.,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Time-resolved single-cell transcriptomics defines immune trajectories in glioblastoma.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Cell, 2024. 187(1): p. 149-165.e23.</a:t>
            </a:r>
            <a:endParaRPr lang="zh-CN" altLang="zh-CN" sz="1500" kern="100" dirty="0">
              <a:effectLst/>
              <a:latin typeface="Calibri" panose="020F0502020204030204" pitchFamily="34" charset="0"/>
              <a:ea typeface="等线" panose="02010600030101010101" pitchFamily="2" charset="-122"/>
            </a:endParaRPr>
          </a:p>
          <a:p>
            <a:pPr marL="800100" indent="-342900">
              <a:lnSpc>
                <a:spcPct val="100000"/>
              </a:lnSpc>
              <a:spcBef>
                <a:spcPts val="0"/>
              </a:spcBef>
              <a:buAutoNum type="arabicPeriod" startAt="14"/>
            </a:pPr>
            <a:r>
              <a:rPr lang="en-US" altLang="zh-CN" sz="1500" kern="100" dirty="0" err="1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Schiebinger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, G., et al., </a:t>
            </a:r>
            <a:r>
              <a:rPr lang="en-US" altLang="zh-CN" sz="1500" i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Optimal-Transport Analysis of Single-Cell Gene Expression Identifies Developmental Trajectories in Reprogramming.</a:t>
            </a:r>
            <a:r>
              <a:rPr lang="en-US" altLang="zh-CN" sz="1500" kern="1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 Cell, 2019. 176(4): p. 928-943.e22.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zh-CN" altLang="en-US" sz="1500" dirty="0"/>
          </a:p>
        </p:txBody>
      </p:sp>
    </p:spTree>
    <p:extLst>
      <p:ext uri="{BB962C8B-B14F-4D97-AF65-F5344CB8AC3E}">
        <p14:creationId xmlns:p14="http://schemas.microsoft.com/office/powerpoint/2010/main" val="765141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72"/>
    </mc:Choice>
    <mc:Fallback xmlns="">
      <p:transition spd="slow" advTm="447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04553B-1A61-44DE-AD6E-4E19642FB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1341752"/>
            <a:ext cx="10515600" cy="1325563"/>
          </a:xfrm>
        </p:spPr>
        <p:txBody>
          <a:bodyPr/>
          <a:lstStyle/>
          <a:p>
            <a:r>
              <a:rPr lang="zh-CN" altLang="en-US" dirty="0"/>
              <a:t>恳请老师批评指正！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666CDE6-63E1-4D54-B635-C68C68803252}"/>
              </a:ext>
            </a:extLst>
          </p:cNvPr>
          <p:cNvSpPr txBox="1"/>
          <p:nvPr/>
        </p:nvSpPr>
        <p:spPr>
          <a:xfrm>
            <a:off x="3733996" y="4805050"/>
            <a:ext cx="49295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化生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2101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刘般若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指导老师：王然研究员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2025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日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B972EFC2-7A84-437C-A78E-A46031FA4155}"/>
              </a:ext>
            </a:extLst>
          </p:cNvPr>
          <p:cNvSpPr txBox="1">
            <a:spLocks/>
          </p:cNvSpPr>
          <p:nvPr/>
        </p:nvSpPr>
        <p:spPr>
          <a:xfrm>
            <a:off x="940970" y="2412295"/>
            <a:ext cx="10515600" cy="203009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zh-CN" altLang="en-US" sz="3600" dirty="0"/>
              <a:t>利用单细胞测序技术研究小鼠中胚层细胞</a:t>
            </a:r>
            <a:br>
              <a:rPr lang="en-US" altLang="zh-CN" sz="3600" dirty="0"/>
            </a:br>
            <a:r>
              <a:rPr lang="zh-CN" altLang="en-US" sz="3600" dirty="0"/>
              <a:t>的命运决定过程</a:t>
            </a:r>
            <a:br>
              <a:rPr lang="en-US" altLang="zh-CN" sz="3600" dirty="0"/>
            </a:br>
            <a:br>
              <a:rPr lang="en-US" altLang="zh-CN" sz="3600" dirty="0"/>
            </a:br>
            <a:r>
              <a:rPr lang="zh-CN" altLang="en-US" sz="2800" dirty="0"/>
              <a:t>中期答辩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18120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72"/>
    </mc:Choice>
    <mc:Fallback xmlns="">
      <p:transition spd="slow" advTm="3472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961</TotalTime>
  <Words>666</Words>
  <Application>Microsoft Office PowerPoint</Application>
  <PresentationFormat>宽屏</PresentationFormat>
  <Paragraphs>35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黑体</vt:lpstr>
      <vt:lpstr>Arial</vt:lpstr>
      <vt:lpstr>Calibri</vt:lpstr>
      <vt:lpstr>Office 主题​​</vt:lpstr>
      <vt:lpstr>利用单细胞测序技术研究小鼠中胚层细胞 的命运决定过程  中期答辩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恳请老师批评指正！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 般若</dc:creator>
  <cp:lastModifiedBy>刘 般若</cp:lastModifiedBy>
  <cp:revision>28</cp:revision>
  <dcterms:created xsi:type="dcterms:W3CDTF">2025-01-08T14:02:00Z</dcterms:created>
  <dcterms:modified xsi:type="dcterms:W3CDTF">2025-04-08T05:29:32Z</dcterms:modified>
</cp:coreProperties>
</file>
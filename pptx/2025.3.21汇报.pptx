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3" r:id="rId12"/>
    <p:sldId id="270" r:id="rId13"/>
    <p:sldId id="268" r:id="rId14"/>
    <p:sldId id="271" r:id="rId15"/>
    <p:sldId id="272" r:id="rId16"/>
    <p:sldId id="273" r:id="rId17"/>
    <p:sldId id="274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477BE-1553-487B-A388-12EF172D0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D43934-258C-4B31-9A34-647D9809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D744D5-7C76-4033-8D3A-54238243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03AB7B-8F3E-4438-84D8-FD04909BB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02600A-A78C-49E1-8554-2ADACB57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85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5A9C7-F1DC-43E8-85BF-76B92C2D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AAF94-845A-4019-910D-D21F79F33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47D0F3-349E-4DCD-9A75-161504AC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C5863E-75CC-41DF-8504-71E2504C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F6578C-33BC-4CEB-9C57-AABB3D79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262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D27CD-EA10-415B-BFBE-DD0B0BD25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56971B-59DA-4E71-8F49-C7580B334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0C8FE-742D-49AA-834D-3D56A2516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6F35D6-4EB3-45E5-91EA-B5DF9781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C2863-F7DA-4631-BE0C-A45328050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09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576870-5EC3-4352-A1D3-7D5C4FAA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C42F1E-DE9F-4D7F-9656-7228DD4E1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75BB2D-7EF9-4B92-A861-C12B8FEFA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2A7DA-9BA4-46AC-9BAD-CB2F6782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54FB9C-8959-4844-B930-56ED441C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B3664E-5973-4C51-850E-5D376BF2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13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C0E1C1-EB42-4817-A026-EF2799EA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91044A-F9AC-4697-8654-5893F2163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B96F53-3F58-49EE-BB6E-344532055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39CAA2-CDB3-42B8-B9DE-4322E6702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354D6D-F6D8-40AE-BD4A-2F0392F12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B3A778-11F7-4695-826E-F34FBEDBE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447375-EF36-4A39-A46F-B65A7F12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E543D8-1C25-431E-9BA8-461D0852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18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F3D3D-7D05-40D0-B9AA-C84DC7F1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C85D72-0F0C-48E2-8D6A-766F72CA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E922D8-CB0E-4C2D-945A-998B67F74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761AE5-FF5B-49FD-B33E-42336C0D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812AD3-E53D-4601-9D91-813A6BA9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559679-543A-4987-96DD-BB067F26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8994BC-D447-43CA-A30B-39D20C0E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40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61F23-6181-4216-9F4F-21FE8B177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B9A11A-E7B8-4C81-B707-B002E5604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A16594-CD7B-4C0C-992E-A68FA97DD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5AAEB5-A9DD-4762-8100-E1F527175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7EB3AC-F1B5-485A-94C9-ED49D84F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6AE270-3399-4C24-8EE0-5B245FA45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564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0D959-F432-4E51-AA3B-00C9B43E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D86481-BE55-4EDE-BE81-8214E1702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6CB9CA-7965-456B-ABF5-8EE4E8C25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01BCE8-F3EE-4B46-9D25-0084954F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C3AF97-E349-4B07-9FDD-8C89D5AB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9B17E8-1E21-41A3-9C01-A4B52F42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46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1B368-A979-4089-A550-34A9099C8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66A57E-3093-4EEB-B312-A5E431FDE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39256-DF48-4BF2-B95C-DD77A705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806ED2-10A8-4791-B755-19E136A3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2894C8-3588-4416-AB9C-A22E0C2B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347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FCAC9F-F7A1-4437-A339-944FD6A1D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7B7041-FDA7-4D82-867C-DE8F83666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2237CA-5090-4C2F-AF80-07AD2435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61CA1C-AF26-4054-8CC0-0FEFB0C8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F8DED9-031E-4A11-9C84-BF70E8830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99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6E6DC1-2A80-4922-817F-8E62CE0E5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9F8827-5097-4EA6-87BE-4A428D7D1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DD87C4-2BF7-4C8E-9B7B-7D36418A2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A5FC0-4A02-4FDA-A207-0CA872BA5B56}" type="datetimeFigureOut">
              <a:rPr lang="zh-CN" altLang="en-US" smtClean="0"/>
              <a:t>2025/3/19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1FB19C-8952-461C-844A-7F5E703C0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5FBB0D-454F-4488-9338-12A3DB480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79538-DFCA-4053-8EFE-591CB580C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94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6CC369-B590-416D-9383-0B75CCBEE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48" y="0"/>
            <a:ext cx="10064504" cy="686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9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660C786-AEA1-468D-899F-A84F929E8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43" y="0"/>
            <a:ext cx="10389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5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980C2C8-C436-4C7F-A647-8A4F66DE18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0" b="65146"/>
          <a:stretch/>
        </p:blipFill>
        <p:spPr>
          <a:xfrm>
            <a:off x="74891" y="0"/>
            <a:ext cx="120422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6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49AB9ED-A61C-4905-B3A0-157E49F95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35" y="0"/>
            <a:ext cx="6600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8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06F6C28-E6E5-44C0-9FE2-766733DAB4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6579" b="334"/>
          <a:stretch/>
        </p:blipFill>
        <p:spPr>
          <a:xfrm>
            <a:off x="0" y="550063"/>
            <a:ext cx="6215888" cy="61842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9E0121-F91F-4299-AEEE-E25E15B45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888" y="550063"/>
            <a:ext cx="5976112" cy="621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2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B389F0C-F1DD-40B5-BEB3-C30EF1CEE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352" y="0"/>
            <a:ext cx="5187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96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EBBBDC0-DAD5-4272-A45E-7793DB613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639" y="0"/>
            <a:ext cx="5222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31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117AB8-1E2A-4F2A-B029-27FF3A9E7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3986"/>
            <a:ext cx="12192000" cy="449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24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B371BF-8471-40AD-91A5-08DD08F3C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8576"/>
            <a:ext cx="12192000" cy="449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06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3C95AC-EF9D-487D-8ADF-6A334E528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1645"/>
            <a:ext cx="12192000" cy="449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60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F83D74-29C0-42ED-91FE-4E7BF8904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3599"/>
            <a:ext cx="12192000" cy="390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17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4C7A86-6C7C-47D4-BFA6-DF2F5F0B8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580"/>
            <a:ext cx="12192000" cy="364946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2C2DBE3-A5F5-4E7F-AF5E-511287AF1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51" y="3570359"/>
            <a:ext cx="3352801" cy="328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80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C18B92A-5953-4C5C-8CD4-6D331991B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0" y="122282"/>
            <a:ext cx="6357009" cy="661343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B1B6EB4-53F7-4068-B232-1659D8C48B48}"/>
              </a:ext>
            </a:extLst>
          </p:cNvPr>
          <p:cNvSpPr txBox="1"/>
          <p:nvPr/>
        </p:nvSpPr>
        <p:spPr>
          <a:xfrm>
            <a:off x="7764379" y="2967335"/>
            <a:ext cx="3224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旋转</a:t>
            </a:r>
            <a:r>
              <a:rPr lang="en-US" altLang="zh-CN" sz="5400" dirty="0"/>
              <a:t>90</a:t>
            </a:r>
            <a:r>
              <a:rPr lang="zh-CN" altLang="en-US" sz="5400" dirty="0"/>
              <a:t>度</a:t>
            </a:r>
          </a:p>
        </p:txBody>
      </p:sp>
    </p:spTree>
    <p:extLst>
      <p:ext uri="{BB962C8B-B14F-4D97-AF65-F5344CB8AC3E}">
        <p14:creationId xmlns:p14="http://schemas.microsoft.com/office/powerpoint/2010/main" val="2656309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3FB47C-9BBD-43F9-92D2-1D4C03B4B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4269"/>
            <a:ext cx="12192000" cy="364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122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B1F1B1-884F-4AF7-8D57-F8F32FA78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724"/>
            <a:ext cx="5605283" cy="62758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F0B04E-56B1-4DD0-B9DE-DA16CA6A9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719" y="314724"/>
            <a:ext cx="5605283" cy="627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7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2254A4-C20C-4D01-8BE3-B24736FC84BC}"/>
              </a:ext>
            </a:extLst>
          </p:cNvPr>
          <p:cNvSpPr txBox="1"/>
          <p:nvPr/>
        </p:nvSpPr>
        <p:spPr>
          <a:xfrm>
            <a:off x="629920" y="909320"/>
            <a:ext cx="85547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18</a:t>
            </a:r>
            <a:r>
              <a:rPr lang="zh-CN" altLang="en-US" sz="2800" dirty="0"/>
              <a:t>号胚胎看上去非常奇怪，可能存在非常明显的批次效应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删除</a:t>
            </a:r>
            <a:r>
              <a:rPr lang="en-US" altLang="zh-CN" sz="2800" dirty="0"/>
              <a:t>18</a:t>
            </a:r>
            <a:r>
              <a:rPr lang="zh-CN" altLang="en-US" sz="2800" dirty="0"/>
              <a:t>号胚胎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使用</a:t>
            </a:r>
            <a:r>
              <a:rPr lang="en-US" altLang="zh-CN" sz="2800" dirty="0"/>
              <a:t>MNN</a:t>
            </a:r>
            <a:r>
              <a:rPr lang="zh-CN" altLang="en-US" sz="2800" dirty="0"/>
              <a:t>而不是</a:t>
            </a:r>
            <a:r>
              <a:rPr lang="en-US" altLang="zh-CN" sz="2800" dirty="0"/>
              <a:t>combat</a:t>
            </a:r>
            <a:r>
              <a:rPr lang="zh-CN" altLang="en-US" sz="2800" dirty="0"/>
              <a:t>消除批次效应</a:t>
            </a:r>
          </a:p>
        </p:txBody>
      </p:sp>
    </p:spTree>
    <p:extLst>
      <p:ext uri="{BB962C8B-B14F-4D97-AF65-F5344CB8AC3E}">
        <p14:creationId xmlns:p14="http://schemas.microsoft.com/office/powerpoint/2010/main" val="2422883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6F97BF7-66DF-4260-AA26-0902489E5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7" y="286790"/>
            <a:ext cx="11991166" cy="358934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7888183-3D76-41B9-9D19-77277F757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313" y="3807129"/>
            <a:ext cx="3111339" cy="305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30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FF5B64F-22D3-4901-9272-4C8C04947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27734"/>
            <a:ext cx="12046117" cy="444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411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ECDB26-4A0A-49C5-BC51-5537F2EE4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94" y="155517"/>
            <a:ext cx="9281179" cy="34229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FED445D-02AE-4EE7-84EF-9F43A0B61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94" y="3435089"/>
            <a:ext cx="9281179" cy="342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79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3721625-E14E-4309-85F4-91248C839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433" y="0"/>
            <a:ext cx="61252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52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EF0D325-5DE0-489E-83ED-450EA1D0C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21" y="174492"/>
            <a:ext cx="11700958" cy="650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796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44A13A-87FB-4602-A65C-0DCE68074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2" y="104273"/>
            <a:ext cx="11888416" cy="664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64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29</Words>
  <Application>Microsoft Office PowerPoint</Application>
  <PresentationFormat>宽屏</PresentationFormat>
  <Paragraphs>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般若</dc:creator>
  <cp:lastModifiedBy>刘 般若</cp:lastModifiedBy>
  <cp:revision>14</cp:revision>
  <dcterms:created xsi:type="dcterms:W3CDTF">2025-03-14T06:13:18Z</dcterms:created>
  <dcterms:modified xsi:type="dcterms:W3CDTF">2025-03-19T11:10:22Z</dcterms:modified>
</cp:coreProperties>
</file>
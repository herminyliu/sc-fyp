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7" r:id="rId3"/>
    <p:sldId id="256" r:id="rId4"/>
    <p:sldId id="267" r:id="rId5"/>
    <p:sldId id="259" r:id="rId6"/>
    <p:sldId id="273" r:id="rId7"/>
    <p:sldId id="257" r:id="rId8"/>
    <p:sldId id="260" r:id="rId9"/>
    <p:sldId id="271" r:id="rId10"/>
    <p:sldId id="264" r:id="rId11"/>
    <p:sldId id="269" r:id="rId12"/>
    <p:sldId id="270" r:id="rId13"/>
    <p:sldId id="262" r:id="rId14"/>
    <p:sldId id="275" r:id="rId15"/>
    <p:sldId id="263" r:id="rId16"/>
    <p:sldId id="276" r:id="rId17"/>
    <p:sldId id="268" r:id="rId18"/>
    <p:sldId id="272" r:id="rId19"/>
    <p:sldId id="265" r:id="rId20"/>
    <p:sldId id="26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2317D-D878-4DC5-B05C-F2CA908F0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161F47-0055-488B-8D33-29C1F0CB4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75A982-8631-4ACC-B9BA-DD286365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9BF3D2-43AD-4B8F-8788-21B9F4B6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0F9D91-C35C-4083-A753-D4E765AB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86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A7797-AF54-4889-915E-F4FFEB2D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28EB34-5137-43B0-AF4C-EE0140043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BFFB2-47F0-4ADC-8EEE-0A021FFC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CFEB4-7FE0-4DC7-AF47-DF2E26A2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0D7929-F3E4-4DCC-A39F-EC1951A24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42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C5077-BA6D-4007-AB44-C76B9EE2E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1FA493-ECCF-41A2-AFF4-6B1B14C9D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E6D9DC-D910-41D3-8AF5-64341E94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7C0A5-2ED4-4549-87FE-60CD848A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968CFE-B374-4509-89CF-5D53DAD8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94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50CCB-B6B5-443C-9759-7F06833B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CBA36-36E9-4CAF-BA47-DE9BDB415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D91D5C-D163-4727-9FE4-23E69551C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A0B4F9-221B-42F5-9B73-227DC2DB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570DDB-0170-4BB1-B21A-35278B11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4DD098-7379-4529-9E02-F0AF9237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50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96638B-192F-46E5-81AD-0357BFE7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841287-C761-454C-930C-6BA99C5B0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60627C-6CE5-4A04-979A-18960ADB5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AAC12F-F5E8-4B46-AAC5-581FC6870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6E9492-B394-4CE3-BFA7-A95A5E955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87D267-5887-411E-9FCB-96D8FE9E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E95AE4-6F57-469F-958E-AB0DDB5D4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BAE72C-ADCB-479A-8C2C-1B51BB9C1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21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0781D-2364-4447-8086-77CFAE7FF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C72206-7FFF-4CCF-AAA9-63AF131A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8F90D1-6C87-480C-B12A-A46D5F86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880B2F-C089-4A00-A778-7A99CCDA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96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C5E476-5E72-4776-AF85-ADA1BF8B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380197-BD89-45D6-8B60-2599BEDD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747267-BBA1-40B9-BF50-C0E6569A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31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3C73B-D4B4-43B0-96C1-269CA4B4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3FFD5B-2FAA-4776-81BF-DD933DD93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5C0C21-7E58-4CB2-9EC5-681229612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95ECF8-71FC-430C-AA41-60D99642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30D4CF-B846-43F3-AAA2-41564F6A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453988-5BB5-4FFE-A80F-85DAF37D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5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54B3B-5068-4CD3-A3FC-32E272E9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09B1B5-7A6A-4427-86C1-06D8A3756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739E26-4055-44E1-9776-F944FC087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DEC855-10B5-453E-A88A-DE94721A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5E8801-B002-485D-9747-659E7CDD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B0793B-6373-4C6A-85BA-0EDA1E4B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3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A1534-A875-497B-8A1D-B49AFF99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76354F-0B0C-4CA7-9D75-F69B550F9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639FE4-5867-4BFB-90B2-9BD6358A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D3639-80A4-44BD-B33E-37F0712B3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108DF-ADF3-4A2D-A7A5-1A93227B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40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2C8C73-0452-4C93-9831-AC53FCFC7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EB7DC2-3719-42EA-B53B-7D1C2A062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0BAFFA-D2D0-4346-9447-84D4CD508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97ECE-D5FA-459D-93D3-44B6B440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9BA9C-80DC-42B5-971D-212C879F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51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915C9D-EDA6-4F5A-95CE-D57A6123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158CA7-6752-4EA9-8946-9E729B9C5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967E07-A611-4FD1-B68A-084D52DE0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8D6D2-2291-4073-98E4-E5BD52EA487C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4D34D8-467C-45A5-969E-06AE576C2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6FEAB-AEBC-49EC-93AE-DF4C82477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6A4B1-7E93-4DB7-A659-0C881EC5E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90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52EE3-BD1B-4A17-B3B1-643ED85E45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数据预处理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616820-17EB-44BE-BD11-347710037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2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06C6CC3-E8F2-45F3-A4A7-F5FD1E50F5FF}"/>
              </a:ext>
            </a:extLst>
          </p:cNvPr>
          <p:cNvSpPr txBox="1"/>
          <p:nvPr/>
        </p:nvSpPr>
        <p:spPr>
          <a:xfrm>
            <a:off x="790575" y="8535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cell_114571</a:t>
            </a:r>
            <a:r>
              <a:rPr lang="zh-CN" altLang="en-US" sz="2400" b="1" dirty="0"/>
              <a:t>.32.</a:t>
            </a:r>
            <a:r>
              <a:rPr lang="zh-CN" altLang="en-US" sz="2400" b="1" dirty="0">
                <a:solidFill>
                  <a:srgbClr val="FFC000"/>
                </a:solidFill>
              </a:rPr>
              <a:t>E70</a:t>
            </a:r>
            <a:r>
              <a:rPr lang="zh-CN" altLang="en-US" sz="2400" b="1" dirty="0"/>
              <a:t>.</a:t>
            </a:r>
            <a:r>
              <a:rPr lang="zh-CN" altLang="en-US" sz="2400" b="1" dirty="0">
                <a:solidFill>
                  <a:srgbClr val="FF0000"/>
                </a:solidFill>
              </a:rPr>
              <a:t>3</a:t>
            </a:r>
            <a:r>
              <a:rPr lang="zh-CN" altLang="en-US" sz="2400" b="1" dirty="0"/>
              <a:t>.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Primitive_Streak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7BCF45-8FE6-449F-98A7-80FA20DB2C60}"/>
              </a:ext>
            </a:extLst>
          </p:cNvPr>
          <p:cNvSpPr txBox="1"/>
          <p:nvPr/>
        </p:nvSpPr>
        <p:spPr>
          <a:xfrm>
            <a:off x="790574" y="1609637"/>
            <a:ext cx="108108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(base) PS E:\Studying\sc-fyp&gt; (Get-Content "Expr_Mat_PS+Mesoderm_Filter_ComBat_No.Rep_Cell.Name.Merge_2.txt" | Measure-Object -Line).Lines</a:t>
            </a:r>
          </a:p>
          <a:p>
            <a:r>
              <a:rPr lang="zh-CN" altLang="en-US" dirty="0"/>
              <a:t>14750</a:t>
            </a:r>
            <a:endParaRPr lang="en-US" altLang="zh-CN" dirty="0"/>
          </a:p>
          <a:p>
            <a:r>
              <a:rPr lang="zh-CN" altLang="en-US" dirty="0"/>
              <a:t>统计行数，共有</a:t>
            </a:r>
            <a:r>
              <a:rPr lang="en-US" altLang="zh-CN" dirty="0"/>
              <a:t>14750</a:t>
            </a:r>
            <a:r>
              <a:rPr lang="zh-CN" altLang="en-US" dirty="0"/>
              <a:t>个基因</a:t>
            </a:r>
            <a:endParaRPr lang="en-US" altLang="zh-CN" dirty="0"/>
          </a:p>
          <a:p>
            <a:br>
              <a:rPr lang="en-US" altLang="zh-CN" dirty="0"/>
            </a:br>
            <a:r>
              <a:rPr lang="zh-CN" altLang="en-US" dirty="0"/>
              <a:t>细胞数</a:t>
            </a:r>
            <a:r>
              <a:rPr lang="en-US" altLang="zh-CN" dirty="0"/>
              <a:t>: 13702, </a:t>
            </a:r>
            <a:r>
              <a:rPr lang="zh-CN" altLang="en-US" dirty="0"/>
              <a:t>基因数</a:t>
            </a:r>
            <a:r>
              <a:rPr lang="en-US" altLang="zh-CN" dirty="0"/>
              <a:t>: 14749</a:t>
            </a:r>
          </a:p>
          <a:p>
            <a:endParaRPr lang="en-US" altLang="zh-CN" dirty="0"/>
          </a:p>
          <a:p>
            <a:r>
              <a:rPr lang="zh-CN" altLang="en-US" dirty="0"/>
              <a:t>预处理完成后：</a:t>
            </a:r>
            <a:br>
              <a:rPr lang="en-US" altLang="zh-CN" dirty="0"/>
            </a:br>
            <a:r>
              <a:rPr lang="zh-CN" altLang="en-US" dirty="0"/>
              <a:t>细胞数</a:t>
            </a:r>
            <a:r>
              <a:rPr lang="en-US" altLang="zh-CN" dirty="0"/>
              <a:t>: 13605, </a:t>
            </a:r>
            <a:r>
              <a:rPr lang="zh-CN" altLang="en-US" dirty="0"/>
              <a:t>基因数</a:t>
            </a:r>
            <a:r>
              <a:rPr lang="en-US" altLang="zh-CN" dirty="0"/>
              <a:t>: 14749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510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7386AD-6EB2-4C7B-9FAF-56F6D82AA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37" y="347263"/>
            <a:ext cx="9937125" cy="616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0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23B4359-8C9A-4F53-A97D-CFF35234A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0616"/>
            <a:ext cx="12192000" cy="58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4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75BAC1B-8B6A-425E-91FF-C77563F51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25" y="0"/>
            <a:ext cx="10388350" cy="685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44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488738F-E57F-4D99-A229-C8AFEF0DC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6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8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56B523E-864B-4054-AEA9-0F926F133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409"/>
            <a:ext cx="12089732" cy="604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0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743043B-EB98-427A-AAAB-71B3531BD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23107"/>
            <a:ext cx="12086773" cy="581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8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1DBC3-F076-43CA-AC2A-3A3AAE1DC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UMAP</a:t>
            </a:r>
            <a:r>
              <a:rPr lang="zh-CN" altLang="en-US" dirty="0"/>
              <a:t>聚类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3A5F3C-C47F-478D-A389-D3A1AC3840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45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134782E-9798-4AA6-94DC-48CCA2D77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76" y="0"/>
            <a:ext cx="11416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96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FFA38E8-7458-40B9-BE61-EA4F12822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4425"/>
            <a:ext cx="6172200" cy="4629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769488-D821-4734-A6D3-BD388CA85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971550"/>
            <a:ext cx="65532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37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841FBBA-65A5-4FF6-9FCB-76B1A8C03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49" y="-1"/>
            <a:ext cx="9115425" cy="683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688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0FFE872-030F-42AD-9289-A4CC000A2B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13595"/>
          <a:stretch/>
        </p:blipFill>
        <p:spPr>
          <a:xfrm>
            <a:off x="18184" y="1367589"/>
            <a:ext cx="12173816" cy="412282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C43ACC7-7799-4623-9ED3-EF98CCDB764B}"/>
              </a:ext>
            </a:extLst>
          </p:cNvPr>
          <p:cNvSpPr txBox="1"/>
          <p:nvPr/>
        </p:nvSpPr>
        <p:spPr>
          <a:xfrm>
            <a:off x="657225" y="609600"/>
            <a:ext cx="3187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T-test  </a:t>
            </a:r>
            <a:r>
              <a:rPr lang="en-US" altLang="zh-CN" sz="2400" dirty="0" err="1"/>
              <a:t>leiden</a:t>
            </a:r>
            <a:r>
              <a:rPr lang="en-US" altLang="zh-CN" sz="2400" dirty="0"/>
              <a:t> vs </a:t>
            </a:r>
            <a:r>
              <a:rPr lang="en-US" altLang="zh-CN" sz="2400" dirty="0" err="1"/>
              <a:t>leiden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0547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43ACC7-7799-4623-9ED3-EF98CCDB764B}"/>
              </a:ext>
            </a:extLst>
          </p:cNvPr>
          <p:cNvSpPr txBox="1"/>
          <p:nvPr/>
        </p:nvSpPr>
        <p:spPr>
          <a:xfrm>
            <a:off x="657225" y="609600"/>
            <a:ext cx="3244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Logreg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leiden</a:t>
            </a:r>
            <a:r>
              <a:rPr lang="en-US" altLang="zh-CN" sz="2400" dirty="0"/>
              <a:t> vs </a:t>
            </a:r>
            <a:r>
              <a:rPr lang="en-US" altLang="zh-CN" sz="2400" dirty="0" err="1"/>
              <a:t>leiden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86D62A-F9CE-4E97-A51F-929BC4D075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7" t="14661"/>
          <a:stretch/>
        </p:blipFill>
        <p:spPr>
          <a:xfrm>
            <a:off x="0" y="1226581"/>
            <a:ext cx="12144105" cy="40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12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5D4356-8F28-41DC-A4FD-CEC0842E2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" y="0"/>
            <a:ext cx="8977311" cy="31424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0230BF-7C94-4E92-BD2B-0AE5C488C814}"/>
              </a:ext>
            </a:extLst>
          </p:cNvPr>
          <p:cNvSpPr txBox="1"/>
          <p:nvPr/>
        </p:nvSpPr>
        <p:spPr>
          <a:xfrm>
            <a:off x="714375" y="115076"/>
            <a:ext cx="3797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T-test </a:t>
            </a:r>
            <a:r>
              <a:rPr lang="en-US" altLang="zh-CN" sz="2400" dirty="0" err="1"/>
              <a:t>cell_time</a:t>
            </a:r>
            <a:r>
              <a:rPr lang="en-US" altLang="zh-CN" sz="2400" dirty="0"/>
              <a:t> vs </a:t>
            </a:r>
            <a:r>
              <a:rPr lang="en-US" altLang="zh-CN" sz="2400" dirty="0" err="1"/>
              <a:t>cell_time</a:t>
            </a: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EE6C33-9149-4745-8634-D8DBA46A8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" y="3257517"/>
            <a:ext cx="8977312" cy="314244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93010FB-846D-4D54-97E1-4D5927E9D170}"/>
              </a:ext>
            </a:extLst>
          </p:cNvPr>
          <p:cNvSpPr txBox="1"/>
          <p:nvPr/>
        </p:nvSpPr>
        <p:spPr>
          <a:xfrm>
            <a:off x="714374" y="3368342"/>
            <a:ext cx="3940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Logreg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cell_time</a:t>
            </a:r>
            <a:r>
              <a:rPr lang="en-US" altLang="zh-CN" sz="2400" dirty="0"/>
              <a:t> vs </a:t>
            </a:r>
            <a:r>
              <a:rPr lang="en-US" altLang="zh-CN" sz="2400" dirty="0" err="1"/>
              <a:t>cell_time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515833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BD741DB-4E3D-4B31-8A2B-EFB50DC152FE}"/>
              </a:ext>
            </a:extLst>
          </p:cNvPr>
          <p:cNvSpPr txBox="1"/>
          <p:nvPr/>
        </p:nvSpPr>
        <p:spPr>
          <a:xfrm>
            <a:off x="657225" y="609600"/>
            <a:ext cx="3781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T-test </a:t>
            </a:r>
            <a:r>
              <a:rPr lang="en-US" altLang="zh-CN" sz="2400" dirty="0" err="1"/>
              <a:t>cell_type</a:t>
            </a:r>
            <a:r>
              <a:rPr lang="en-US" altLang="zh-CN" sz="2400" dirty="0"/>
              <a:t> vs </a:t>
            </a:r>
            <a:r>
              <a:rPr lang="en-US" altLang="zh-CN" sz="2400" dirty="0" err="1"/>
              <a:t>cell_type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43799A-870B-41E8-9D71-1D1BB2238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7014"/>
            <a:ext cx="12192000" cy="414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03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A9A535A-5C2B-492E-8B5A-1BDFEAB68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7014"/>
            <a:ext cx="12192000" cy="414397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D741DB-4E3D-4B31-8A2B-EFB50DC152FE}"/>
              </a:ext>
            </a:extLst>
          </p:cNvPr>
          <p:cNvSpPr txBox="1"/>
          <p:nvPr/>
        </p:nvSpPr>
        <p:spPr>
          <a:xfrm>
            <a:off x="657225" y="609600"/>
            <a:ext cx="3924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Logreg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cell_type</a:t>
            </a:r>
            <a:r>
              <a:rPr lang="en-US" altLang="zh-CN" sz="2400" dirty="0"/>
              <a:t> vs </a:t>
            </a:r>
            <a:r>
              <a:rPr lang="en-US" altLang="zh-CN" sz="2400" dirty="0" err="1"/>
              <a:t>cell_type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29723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5774C-1123-4EAE-A4ED-2E6F19BBD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/>
              <a:t>基于</a:t>
            </a:r>
            <a:r>
              <a:rPr lang="en-US" altLang="zh-CN" sz="5400" dirty="0"/>
              <a:t>PAGA</a:t>
            </a:r>
            <a:r>
              <a:rPr lang="zh-CN" altLang="en-US" sz="5400" dirty="0"/>
              <a:t>抽象图的时序分析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FCEF51-6840-4A6D-A18E-DF98484AAA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874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46BDA52-C5C4-4D25-875A-DBE1D8D541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90"/>
          <a:stretch/>
        </p:blipFill>
        <p:spPr>
          <a:xfrm>
            <a:off x="42378" y="232611"/>
            <a:ext cx="12149622" cy="30803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02D2B24-E561-41F1-B265-E0379F6DA1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16" b="-413"/>
          <a:stretch/>
        </p:blipFill>
        <p:spPr>
          <a:xfrm>
            <a:off x="-353061" y="3545076"/>
            <a:ext cx="12545061" cy="302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47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7FCD97F-EB51-4896-9F1A-99F3DA0EE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7707"/>
            <a:ext cx="12192000" cy="29121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CB6BFF-3125-44A9-8049-4016E05FF1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27"/>
          <a:stretch/>
        </p:blipFill>
        <p:spPr>
          <a:xfrm>
            <a:off x="0" y="3945898"/>
            <a:ext cx="12233241" cy="291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146</Words>
  <Application>Microsoft Office PowerPoint</Application>
  <PresentationFormat>宽屏</PresentationFormat>
  <Paragraphs>16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数据预处理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UMAP聚类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基于PAGA抽象图的时序分析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数据预处理</dc:title>
  <dc:creator>刘 般若</dc:creator>
  <cp:lastModifiedBy>刘 般若</cp:lastModifiedBy>
  <cp:revision>10</cp:revision>
  <dcterms:created xsi:type="dcterms:W3CDTF">2025-03-07T04:14:03Z</dcterms:created>
  <dcterms:modified xsi:type="dcterms:W3CDTF">2025-03-07T08:22:38Z</dcterms:modified>
</cp:coreProperties>
</file>